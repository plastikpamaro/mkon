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6"/>
  </p:notesMasterIdLst>
  <p:sldIdLst>
    <p:sldId id="307" r:id="rId2"/>
    <p:sldId id="309" r:id="rId3"/>
    <p:sldId id="308" r:id="rId4"/>
    <p:sldId id="31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7F63"/>
    <a:srgbClr val="4960A6"/>
    <a:srgbClr val="2E2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1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14.12.2020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228F920-75D3-40D0-BE01-78D1BBBD5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51" y="85725"/>
            <a:ext cx="8900697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4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B4A1F33-9910-41F1-82A5-8B0550C89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19" y="605672"/>
            <a:ext cx="11501162" cy="564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7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2107E4D-9327-4A13-97E1-629B2BF17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36" y="90376"/>
            <a:ext cx="10536927" cy="667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28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AB9C89A-8273-427C-90B2-70A3584B7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8289"/>
            <a:ext cx="12192000" cy="592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30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Calibri</vt:lpstr>
      <vt:lpstr>Tw Cen MT</vt:lpstr>
      <vt:lpstr>Tw Cen MT Condensed</vt:lpstr>
      <vt:lpstr>Wingdings 3</vt:lpstr>
      <vt:lpstr>Integral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Schwarz, Leon Maximilian</cp:lastModifiedBy>
  <cp:revision>37</cp:revision>
  <dcterms:created xsi:type="dcterms:W3CDTF">2020-12-05T12:56:40Z</dcterms:created>
  <dcterms:modified xsi:type="dcterms:W3CDTF">2020-12-14T18:01:31Z</dcterms:modified>
</cp:coreProperties>
</file>