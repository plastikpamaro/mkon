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6"/>
  </p:notesMasterIdLst>
  <p:sldIdLst>
    <p:sldId id="256" r:id="rId2"/>
    <p:sldId id="259" r:id="rId3"/>
    <p:sldId id="296" r:id="rId4"/>
    <p:sldId id="282" r:id="rId5"/>
    <p:sldId id="298" r:id="rId6"/>
    <p:sldId id="293" r:id="rId7"/>
    <p:sldId id="283" r:id="rId8"/>
    <p:sldId id="294" r:id="rId9"/>
    <p:sldId id="295" r:id="rId10"/>
    <p:sldId id="299" r:id="rId11"/>
    <p:sldId id="297" r:id="rId12"/>
    <p:sldId id="272" r:id="rId13"/>
    <p:sldId id="286" r:id="rId14"/>
    <p:sldId id="292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17F63"/>
    <a:srgbClr val="4960A6"/>
    <a:srgbClr val="2E2B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978" autoAdjust="0"/>
    <p:restoredTop sz="94660"/>
  </p:normalViewPr>
  <p:slideViewPr>
    <p:cSldViewPr snapToGrid="0">
      <p:cViewPr varScale="1">
        <p:scale>
          <a:sx n="90" d="100"/>
          <a:sy n="90" d="100"/>
        </p:scale>
        <p:origin x="84" y="81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8D3DC-C3A5-4BB0-A509-7EA8E98E9A54}" type="datetimeFigureOut">
              <a:rPr lang="de-DE" smtClean="0"/>
              <a:t>31.01.2021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D8641-0A0B-4388-BAA6-D8FA08FD80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3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52FE770-E0D2-4419-A252-3771C9401F80}" type="datetimeFigureOut">
              <a:rPr lang="de-DE" smtClean="0"/>
              <a:t>31.01.2021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001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31.01.2021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785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31.01.2021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581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31.01.2021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31.01.2021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7168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31.01.2021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3578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31.01.2021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723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31.01.2021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6695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31.01.2021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715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31.01.2021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40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31.01.2021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96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52FE770-E0D2-4419-A252-3771C9401F80}" type="datetimeFigureOut">
              <a:rPr lang="de-DE" smtClean="0"/>
              <a:t>31.01.2021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560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23B6203-3323-4168-A356-6BCF681C6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69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Unser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PRodukt</a:t>
            </a:r>
            <a:endParaRPr lang="en-US" sz="6600" spc="2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807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E160F93-6BC4-4E2A-8CDE-782E91E5938A}"/>
              </a:ext>
            </a:extLst>
          </p:cNvPr>
          <p:cNvSpPr txBox="1"/>
          <p:nvPr/>
        </p:nvSpPr>
        <p:spPr>
          <a:xfrm>
            <a:off x="5468264" y="3244334"/>
            <a:ext cx="1255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Geiles CAD</a:t>
            </a:r>
          </a:p>
        </p:txBody>
      </p:sp>
    </p:spTree>
    <p:extLst>
      <p:ext uri="{BB962C8B-B14F-4D97-AF65-F5344CB8AC3E}">
        <p14:creationId xmlns:p14="http://schemas.microsoft.com/office/powerpoint/2010/main" val="2510001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Produktdetails</a:t>
            </a:r>
            <a:endParaRPr lang="en-US" sz="6600" spc="2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97327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E160F93-6BC4-4E2A-8CDE-782E91E5938A}"/>
              </a:ext>
            </a:extLst>
          </p:cNvPr>
          <p:cNvSpPr txBox="1"/>
          <p:nvPr/>
        </p:nvSpPr>
        <p:spPr>
          <a:xfrm>
            <a:off x="4746816" y="3244334"/>
            <a:ext cx="2698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Nähere Konzeptdarstellung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9457460-EFC5-45A8-A5EB-788C84D52F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797" y="1103271"/>
            <a:ext cx="3520235" cy="3224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7723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FAQ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7917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E160F93-6BC4-4E2A-8CDE-782E91E5938A}"/>
              </a:ext>
            </a:extLst>
          </p:cNvPr>
          <p:cNvSpPr txBox="1"/>
          <p:nvPr/>
        </p:nvSpPr>
        <p:spPr>
          <a:xfrm>
            <a:off x="3942814" y="3244334"/>
            <a:ext cx="4306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Was tun gegen Verschmutzung auf Schienen?</a:t>
            </a:r>
          </a:p>
        </p:txBody>
      </p:sp>
    </p:spTree>
    <p:extLst>
      <p:ext uri="{BB962C8B-B14F-4D97-AF65-F5344CB8AC3E}">
        <p14:creationId xmlns:p14="http://schemas.microsoft.com/office/powerpoint/2010/main" val="12500505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E160F93-6BC4-4E2A-8CDE-782E91E5938A}"/>
              </a:ext>
            </a:extLst>
          </p:cNvPr>
          <p:cNvSpPr txBox="1"/>
          <p:nvPr/>
        </p:nvSpPr>
        <p:spPr>
          <a:xfrm>
            <a:off x="3942814" y="3244334"/>
            <a:ext cx="4159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Starres Schienensystem in Meeresströmung?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711E7752-DD9F-4131-AB9E-D75F7218B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9602" y="3710764"/>
            <a:ext cx="5303892" cy="3147236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7FD6640F-D30F-4378-9875-126C2CBD53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26" y="922091"/>
            <a:ext cx="2301575" cy="2506909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D225534A-F8E7-4F54-9481-900618A44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126" y="3613666"/>
            <a:ext cx="2301575" cy="3065698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85DDA1FA-AAAE-4492-89C8-C8F2D035ED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3722" y="609027"/>
            <a:ext cx="2330085" cy="2861707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7D557826-CE46-4D07-9619-5D59595993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5701" y="689460"/>
            <a:ext cx="2780159" cy="2422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464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E160F93-6BC4-4E2A-8CDE-782E91E5938A}"/>
              </a:ext>
            </a:extLst>
          </p:cNvPr>
          <p:cNvSpPr txBox="1"/>
          <p:nvPr/>
        </p:nvSpPr>
        <p:spPr>
          <a:xfrm>
            <a:off x="4910611" y="3244334"/>
            <a:ext cx="2370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Ist es wirklich günstiger?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CC08D077-2152-4498-9F4D-3F2BE0078C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7428" y="2087924"/>
            <a:ext cx="4780915" cy="4071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165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E160F93-6BC4-4E2A-8CDE-782E91E5938A}"/>
              </a:ext>
            </a:extLst>
          </p:cNvPr>
          <p:cNvSpPr txBox="1"/>
          <p:nvPr/>
        </p:nvSpPr>
        <p:spPr>
          <a:xfrm>
            <a:off x="4910611" y="3244334"/>
            <a:ext cx="2373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Wirklich wartungsarm?</a:t>
            </a:r>
          </a:p>
        </p:txBody>
      </p:sp>
    </p:spTree>
    <p:extLst>
      <p:ext uri="{BB962C8B-B14F-4D97-AF65-F5344CB8AC3E}">
        <p14:creationId xmlns:p14="http://schemas.microsoft.com/office/powerpoint/2010/main" val="8224167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E160F93-6BC4-4E2A-8CDE-782E91E5938A}"/>
              </a:ext>
            </a:extLst>
          </p:cNvPr>
          <p:cNvSpPr txBox="1"/>
          <p:nvPr/>
        </p:nvSpPr>
        <p:spPr>
          <a:xfrm>
            <a:off x="4855115" y="3244334"/>
            <a:ext cx="2481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Brauch man das wirklich?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3DE729F3-4929-4AA1-92B6-AFF967C770D9}"/>
              </a:ext>
            </a:extLst>
          </p:cNvPr>
          <p:cNvSpPr txBox="1"/>
          <p:nvPr/>
        </p:nvSpPr>
        <p:spPr>
          <a:xfrm>
            <a:off x="4372323" y="3958467"/>
            <a:ext cx="3447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Pläne von </a:t>
            </a:r>
            <a:r>
              <a:rPr lang="de-DE" dirty="0" err="1"/>
              <a:t>seaweed</a:t>
            </a:r>
            <a:r>
              <a:rPr lang="de-DE" dirty="0"/>
              <a:t> </a:t>
            </a:r>
            <a:r>
              <a:rPr lang="de-DE" dirty="0" err="1"/>
              <a:t>solutions</a:t>
            </a:r>
            <a:r>
              <a:rPr lang="de-DE" dirty="0"/>
              <a:t> zeigen</a:t>
            </a:r>
          </a:p>
        </p:txBody>
      </p:sp>
    </p:spTree>
    <p:extLst>
      <p:ext uri="{BB962C8B-B14F-4D97-AF65-F5344CB8AC3E}">
        <p14:creationId xmlns:p14="http://schemas.microsoft.com/office/powerpoint/2010/main" val="1102542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64EE381-6CA3-448B-B861-218962D3B872}"/>
              </a:ext>
            </a:extLst>
          </p:cNvPr>
          <p:cNvSpPr txBox="1"/>
          <p:nvPr/>
        </p:nvSpPr>
        <p:spPr>
          <a:xfrm>
            <a:off x="3348292" y="3167390"/>
            <a:ext cx="55739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Vielen Dank für eure Aufmerksamkeit!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BA26A6C-515C-480A-B62F-3125AFB1330E}"/>
              </a:ext>
            </a:extLst>
          </p:cNvPr>
          <p:cNvSpPr txBox="1"/>
          <p:nvPr/>
        </p:nvSpPr>
        <p:spPr>
          <a:xfrm>
            <a:off x="4705972" y="3198167"/>
            <a:ext cx="27800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Gibt es noch Fragen?</a:t>
            </a:r>
          </a:p>
        </p:txBody>
      </p:sp>
    </p:spTree>
    <p:extLst>
      <p:ext uri="{BB962C8B-B14F-4D97-AF65-F5344CB8AC3E}">
        <p14:creationId xmlns:p14="http://schemas.microsoft.com/office/powerpoint/2010/main" val="200891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327356" y="643467"/>
            <a:ext cx="6480786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Morphologischer kasten 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7059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49761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52</Words>
  <Application>Microsoft Office PowerPoint</Application>
  <PresentationFormat>Breitbild</PresentationFormat>
  <Paragraphs>14</Paragraphs>
  <Slides>14</Slides>
  <Notes>0</Notes>
  <HiddenSlides>2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Calibri</vt:lpstr>
      <vt:lpstr>Tw Cen MT</vt:lpstr>
      <vt:lpstr>Tw Cen MT Condensed</vt:lpstr>
      <vt:lpstr>Wingdings 3</vt:lpstr>
      <vt:lpstr>Integral</vt:lpstr>
      <vt:lpstr>PowerPoint-Präsentation</vt:lpstr>
      <vt:lpstr>Unser PRodukt</vt:lpstr>
      <vt:lpstr>PowerPoint-Präsentation</vt:lpstr>
      <vt:lpstr>Produktdetails</vt:lpstr>
      <vt:lpstr>PowerPoint-Präsentation</vt:lpstr>
      <vt:lpstr>FAQ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Morphologischer kasten 2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Otto, Philipp Julian</dc:creator>
  <cp:lastModifiedBy>Schwarz, Leon Maximilian</cp:lastModifiedBy>
  <cp:revision>65</cp:revision>
  <dcterms:created xsi:type="dcterms:W3CDTF">2020-12-05T12:56:40Z</dcterms:created>
  <dcterms:modified xsi:type="dcterms:W3CDTF">2021-01-31T12:29:12Z</dcterms:modified>
</cp:coreProperties>
</file>