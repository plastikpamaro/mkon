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4"/>
  </p:notesMasterIdLst>
  <p:sldIdLst>
    <p:sldId id="256" r:id="rId2"/>
    <p:sldId id="259" r:id="rId3"/>
    <p:sldId id="265" r:id="rId4"/>
    <p:sldId id="282" r:id="rId5"/>
    <p:sldId id="283" r:id="rId6"/>
    <p:sldId id="305" r:id="rId7"/>
    <p:sldId id="294" r:id="rId8"/>
    <p:sldId id="295" r:id="rId9"/>
    <p:sldId id="306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293" r:id="rId18"/>
    <p:sldId id="303" r:id="rId19"/>
    <p:sldId id="304" r:id="rId20"/>
    <p:sldId id="272" r:id="rId21"/>
    <p:sldId id="286" r:id="rId22"/>
    <p:sldId id="29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7F63"/>
    <a:srgbClr val="4960A6"/>
    <a:srgbClr val="2E2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78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34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04.01.2021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6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microsoft.com/office/2007/relationships/hdphoto" Target="../media/hdphoto7.wdp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microsoft.com/office/2007/relationships/hdphoto" Target="../media/hdphoto9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0.wdp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Wer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sind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265685" y="4282874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Roschkowski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1083430" y="3913541"/>
            <a:ext cx="387292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endParaRPr lang="de-DE" sz="2400" dirty="0"/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265685" y="3913541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80D00A-E394-4E22-9EBC-3B743726ED1E}"/>
              </a:ext>
            </a:extLst>
          </p:cNvPr>
          <p:cNvSpPr/>
          <p:nvPr/>
        </p:nvSpPr>
        <p:spPr>
          <a:xfrm>
            <a:off x="949569" y="3913541"/>
            <a:ext cx="10304585" cy="203005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machen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9732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CF3207A-A44B-4534-8EB6-8157AE90E4C4}"/>
              </a:ext>
            </a:extLst>
          </p:cNvPr>
          <p:cNvSpPr txBox="1"/>
          <p:nvPr/>
        </p:nvSpPr>
        <p:spPr>
          <a:xfrm>
            <a:off x="1892605" y="4134441"/>
            <a:ext cx="8406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dirty="0"/>
              <a:t>Unterwassserdrohne zur automatisierten </a:t>
            </a:r>
          </a:p>
          <a:p>
            <a:r>
              <a:rPr lang="de-DE" sz="4000" dirty="0"/>
              <a:t>Ernte und Aussaat von Algen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823CB7-D2CC-4286-86B7-F8BD1E7225CB}"/>
              </a:ext>
            </a:extLst>
          </p:cNvPr>
          <p:cNvSpPr txBox="1"/>
          <p:nvPr/>
        </p:nvSpPr>
        <p:spPr>
          <a:xfrm>
            <a:off x="1022166" y="978089"/>
            <a:ext cx="69530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dirty="0"/>
              <a:t>Groß Skalierbarer Anbau von Meeresalgen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Nutzung der Meeresflächen als Anbaugebiete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Reduzierung der Last auf terrestrischen Agrarflächen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6FA1436-912C-4633-BB55-C233FF997032}"/>
              </a:ext>
            </a:extLst>
          </p:cNvPr>
          <p:cNvSpPr/>
          <p:nvPr/>
        </p:nvSpPr>
        <p:spPr>
          <a:xfrm>
            <a:off x="1892605" y="4134441"/>
            <a:ext cx="8343348" cy="1467369"/>
          </a:xfrm>
          <a:prstGeom prst="rect">
            <a:avLst/>
          </a:prstGeom>
          <a:noFill/>
          <a:ln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0050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006F156-2CCE-4E77-BE8F-20899BF39273}"/>
              </a:ext>
            </a:extLst>
          </p:cNvPr>
          <p:cNvSpPr txBox="1"/>
          <p:nvPr/>
        </p:nvSpPr>
        <p:spPr>
          <a:xfrm>
            <a:off x="3209249" y="2365641"/>
            <a:ext cx="218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Kreativitätstechniken</a:t>
            </a:r>
          </a:p>
        </p:txBody>
      </p:sp>
    </p:spTree>
    <p:extLst>
      <p:ext uri="{BB962C8B-B14F-4D97-AF65-F5344CB8AC3E}">
        <p14:creationId xmlns:p14="http://schemas.microsoft.com/office/powerpoint/2010/main" val="1834088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ABC1C011-B6CD-4804-BC99-2FB21EA1A3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2770" y="113621"/>
            <a:ext cx="7666460" cy="6630757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F60D316-0752-4063-84C9-CD60BA5993B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197" y="-41295"/>
            <a:ext cx="12175606" cy="689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643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6D020B3-4EA6-45D5-8E2C-7738889199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797" y="117606"/>
            <a:ext cx="7594405" cy="6622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860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006F156-2CCE-4E77-BE8F-20899BF39273}"/>
              </a:ext>
            </a:extLst>
          </p:cNvPr>
          <p:cNvSpPr txBox="1"/>
          <p:nvPr/>
        </p:nvSpPr>
        <p:spPr>
          <a:xfrm>
            <a:off x="3209249" y="2365641"/>
            <a:ext cx="218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Kreativitätstechniken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B41E7E9-E254-4553-94F4-A5521B85C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0802" y="529223"/>
            <a:ext cx="6650396" cy="5799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075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CA064C7-6656-4AA6-839E-E61867CC7D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492" y="73129"/>
            <a:ext cx="8689015" cy="6711742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FA769FA-2ECF-4005-A7F4-D9A1D0B5804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270"/>
            <a:ext cx="12192000" cy="6845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942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4374639-D400-41F1-AEE9-C223C19644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959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906151F-FD57-4F86-9F27-D634907C00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93" y="-47194"/>
            <a:ext cx="12183414" cy="690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374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A334489-8643-413E-852E-F7140569D1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53" y="0"/>
            <a:ext cx="12186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2799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6A8D9346-8AF6-4658-98DB-3CFFCE568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86" y="237660"/>
            <a:ext cx="11352628" cy="6382677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C33CE64-8AC9-46D2-B785-9D90E52BB5E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1660"/>
            <a:ext cx="12192000" cy="6854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3998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32C2FAC-D90A-421C-B436-CBAC5A9C4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97" y="1448534"/>
            <a:ext cx="11965859" cy="396093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768427A-D629-4A96-8C89-9AFA64D01A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329"/>
          <a:stretch/>
        </p:blipFill>
        <p:spPr>
          <a:xfrm>
            <a:off x="118644" y="1448534"/>
            <a:ext cx="9892236" cy="3960932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105AB03-2702-4E6A-8062-A61B465D140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" y="0"/>
            <a:ext cx="121906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793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1E098469-6585-49CC-A472-5631FA80320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9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854"/>
            <a:ext cx="12192000" cy="6844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0287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006F156-2CCE-4E77-BE8F-20899BF39273}"/>
              </a:ext>
            </a:extLst>
          </p:cNvPr>
          <p:cNvSpPr txBox="1"/>
          <p:nvPr/>
        </p:nvSpPr>
        <p:spPr>
          <a:xfrm>
            <a:off x="3209249" y="2365641"/>
            <a:ext cx="2188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Ausführlich</a:t>
            </a:r>
          </a:p>
        </p:txBody>
      </p:sp>
    </p:spTree>
    <p:extLst>
      <p:ext uri="{BB962C8B-B14F-4D97-AF65-F5344CB8AC3E}">
        <p14:creationId xmlns:p14="http://schemas.microsoft.com/office/powerpoint/2010/main" val="3045893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1A60A859-D77D-44CD-9D83-0138B84D410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84" y="150117"/>
            <a:ext cx="11711632" cy="65577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C2C5474-8A91-4B87-8E8B-5019B9650E2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953" y="0"/>
            <a:ext cx="121860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69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isch enthält.&#10;&#10;Automatisch generierte Beschreibung">
            <a:extLst>
              <a:ext uri="{FF2B5EF4-FFF2-40B4-BE49-F238E27FC236}">
                <a16:creationId xmlns:a16="http://schemas.microsoft.com/office/drawing/2014/main" id="{23AE86BE-0405-4A48-86E2-A1AF67AC6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756" y="112838"/>
            <a:ext cx="7734488" cy="6632323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A703D21-AEBA-4001-A1D2-271961FE22B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9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839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27356" y="643467"/>
            <a:ext cx="6480786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Morphologischer kasten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705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9761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</Words>
  <Application>Microsoft Office PowerPoint</Application>
  <PresentationFormat>Breitbild</PresentationFormat>
  <Paragraphs>22</Paragraphs>
  <Slides>22</Slides>
  <Notes>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machen wir?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Morphologischer kasten 2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39</cp:revision>
  <dcterms:created xsi:type="dcterms:W3CDTF">2020-12-05T12:56:40Z</dcterms:created>
  <dcterms:modified xsi:type="dcterms:W3CDTF">2021-01-04T09:02:35Z</dcterms:modified>
</cp:coreProperties>
</file>