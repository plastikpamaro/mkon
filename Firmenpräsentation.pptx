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9" r:id="rId3"/>
    <p:sldId id="262" r:id="rId4"/>
    <p:sldId id="260" r:id="rId5"/>
    <p:sldId id="263" r:id="rId6"/>
    <p:sldId id="261" r:id="rId7"/>
    <p:sldId id="264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960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5" autoAdjust="0"/>
    <p:restoredTop sz="94660"/>
  </p:normalViewPr>
  <p:slideViewPr>
    <p:cSldViewPr snapToGrid="0">
      <p:cViewPr varScale="1">
        <p:scale>
          <a:sx n="87" d="100"/>
          <a:sy n="87" d="100"/>
        </p:scale>
        <p:origin x="90" y="5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28.10.2020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28.10.2020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28.10.2020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28.10.2020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28.10.2020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28.10.2020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28.10.2020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28.10.2020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28.10.2020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28.10.2020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28.10.2020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28.10.2020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98A5BA-15BC-4F77-8930-09B9DAFA31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46F88D3-FD2B-4112-A1F3-0CE88CD3F4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BDC9D95-C2D7-4C4A-8BFF-F15F103132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Wer sind wir?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9919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wollen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2325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8788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Wie können wir das erreichen?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392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00442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</Words>
  <Application>Microsoft Office PowerPoint</Application>
  <PresentationFormat>Breitbild</PresentationFormat>
  <Paragraphs>3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wollen wir?</vt:lpstr>
      <vt:lpstr>PowerPoint-Präsentation</vt:lpstr>
      <vt:lpstr>Wie können wir das erreichen?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1</cp:revision>
  <dcterms:created xsi:type="dcterms:W3CDTF">2020-10-28T14:42:02Z</dcterms:created>
  <dcterms:modified xsi:type="dcterms:W3CDTF">2020-10-28T14:47:12Z</dcterms:modified>
</cp:coreProperties>
</file>