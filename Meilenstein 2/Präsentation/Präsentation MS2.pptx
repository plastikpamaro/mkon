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4"/>
  </p:notesMasterIdLst>
  <p:sldIdLst>
    <p:sldId id="256" r:id="rId2"/>
    <p:sldId id="259" r:id="rId3"/>
    <p:sldId id="265" r:id="rId4"/>
    <p:sldId id="282" r:id="rId5"/>
    <p:sldId id="283" r:id="rId6"/>
    <p:sldId id="293" r:id="rId7"/>
    <p:sldId id="294" r:id="rId8"/>
    <p:sldId id="274" r:id="rId9"/>
    <p:sldId id="295" r:id="rId10"/>
    <p:sldId id="288" r:id="rId11"/>
    <p:sldId id="291" r:id="rId12"/>
    <p:sldId id="290" r:id="rId13"/>
    <p:sldId id="289" r:id="rId14"/>
    <p:sldId id="285" r:id="rId15"/>
    <p:sldId id="284" r:id="rId16"/>
    <p:sldId id="287" r:id="rId17"/>
    <p:sldId id="272" r:id="rId18"/>
    <p:sldId id="286" r:id="rId19"/>
    <p:sldId id="292" r:id="rId20"/>
    <p:sldId id="279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3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5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1.wdp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022166" y="978089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80CA426-D097-41B6-A081-DA8A2040F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059" y="859138"/>
            <a:ext cx="6615983" cy="4961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DF43F7-955E-44DB-AD1F-B6AD16ED0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782B6C-B1DA-4D94-B233-90949DED6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66621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E14FEBE-B786-4B93-B89B-ABC23E85716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9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65" y="0"/>
            <a:ext cx="121740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6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960394-7742-48A3-89C3-98E01E27FDD3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72F42C-AFC6-4626-959C-8C725BBE79BD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BBEABAA-095E-4ACF-A394-20410BE82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902" y="2034326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CADC62F-F731-467E-A16D-3D77CD3C5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399" y="2264321"/>
            <a:ext cx="4001650" cy="32540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1FE9D9D-61BC-4018-ABAC-3C7E41CAF89F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  <a:ln>
            <a:solidFill>
              <a:srgbClr val="C17F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816CCAAB-D810-487B-8646-DFEE914A24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8" y="-1"/>
            <a:ext cx="12190004" cy="69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B2B162-1BAF-4A76-8A5F-C5F192970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94"/>
            <a:ext cx="12192000" cy="634701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F9101060-80F9-4F3E-B5C0-318E4541CA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49"/>
            <a:ext cx="12192000" cy="68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Asien mit einfarbiger Füllung">
            <a:extLst>
              <a:ext uri="{FF2B5EF4-FFF2-40B4-BE49-F238E27FC236}">
                <a16:creationId xmlns:a16="http://schemas.microsoft.com/office/drawing/2014/main" id="{C0087850-7846-47A8-A0D2-7CA5EBEC5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5" name="Grafik 4" descr="Europa mit einfarbiger Füllung">
            <a:extLst>
              <a:ext uri="{FF2B5EF4-FFF2-40B4-BE49-F238E27FC236}">
                <a16:creationId xmlns:a16="http://schemas.microsoft.com/office/drawing/2014/main" id="{1EBB8EAB-034A-4EE9-A41C-904740C38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5E7F1D0-EB5E-4320-92F1-03D76C2BD6BA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36A8B30-5611-4392-8591-A7AB383EE046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F9D31C4-DEF2-405C-8495-A878AEA9930A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52628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84464B4-777A-44D4-9F5C-587DA8526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54" y="145846"/>
            <a:ext cx="11553092" cy="656630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D6DF9D8-AE83-44B2-BF47-6D60579F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5"/>
            <a:ext cx="12192000" cy="68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0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9AEC49C-9D6A-4D5D-A2EC-7304457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6" y="87919"/>
            <a:ext cx="6910754" cy="6052275"/>
          </a:xfrm>
          <a:prstGeom prst="rect">
            <a:avLst/>
          </a:prstGeom>
          <a:effectLst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D4C797F-6F0C-4934-9005-EF68B0E97695}"/>
              </a:ext>
            </a:extLst>
          </p:cNvPr>
          <p:cNvSpPr txBox="1"/>
          <p:nvPr/>
        </p:nvSpPr>
        <p:spPr>
          <a:xfrm rot="5400000">
            <a:off x="3279501" y="6141961"/>
            <a:ext cx="612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…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3D31459-2584-4677-B6F8-9DA99127F894}"/>
              </a:ext>
            </a:extLst>
          </p:cNvPr>
          <p:cNvSpPr txBox="1"/>
          <p:nvPr/>
        </p:nvSpPr>
        <p:spPr>
          <a:xfrm>
            <a:off x="7042639" y="193430"/>
            <a:ext cx="4721470" cy="4154984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 Wichtigste Anforderungen: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Autonom Algen säen und ernten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Hochseeumgeben aushalten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Über modulare Werkzeuge verfügen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Sich kollisionsfrei in Umgebung fortbewegen können (andere Drohnen, Fische, Taucher,…)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Für den Kunden wirtschaftliche </a:t>
            </a:r>
          </a:p>
          <a:p>
            <a:r>
              <a:rPr lang="de-DE" sz="2400" dirty="0"/>
              <a:t>    Betriebskosten</a:t>
            </a:r>
          </a:p>
          <a:p>
            <a:r>
              <a:rPr lang="de-DE" sz="2400" dirty="0"/>
              <a:t>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9B40D7-5BA9-49C8-872E-20584B9A5B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54"/>
            <a:ext cx="12192000" cy="685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21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3211B05-7243-4EA5-9891-97FB775B4504}"/>
              </a:ext>
            </a:extLst>
          </p:cNvPr>
          <p:cNvSpPr txBox="1"/>
          <p:nvPr/>
        </p:nvSpPr>
        <p:spPr>
          <a:xfrm>
            <a:off x="5794475" y="3244334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QFD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CD8186F-0225-4428-BD5D-F6BCC0366B8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3479"/>
            <a:ext cx="12192000" cy="683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568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35CF50-9DB2-4326-B939-CB698082CBC3}"/>
              </a:ext>
            </a:extLst>
          </p:cNvPr>
          <p:cNvSpPr txBox="1"/>
          <p:nvPr/>
        </p:nvSpPr>
        <p:spPr>
          <a:xfrm>
            <a:off x="5718845" y="3244334"/>
            <a:ext cx="754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Patent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3DE7ED3-3E8F-488E-BA41-0FE07DD2F5D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5721"/>
            <a:ext cx="12192000" cy="684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4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943377C-E668-459C-B85A-35BCC84F4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000" y="98275"/>
            <a:ext cx="10511999" cy="66614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36636" y="643467"/>
            <a:ext cx="48715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Anforderungen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44EBC54-9BC9-4E74-9B20-FFD9DDE22B16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9" name="Grafik 8" descr="Asien mit einfarbiger Füllung">
            <a:extLst>
              <a:ext uri="{FF2B5EF4-FFF2-40B4-BE49-F238E27FC236}">
                <a16:creationId xmlns:a16="http://schemas.microsoft.com/office/drawing/2014/main" id="{CFED7C80-8680-4ADE-AD9F-63B31E684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10" name="Grafik 9" descr="Europa mit einfarbiger Füllung">
            <a:extLst>
              <a:ext uri="{FF2B5EF4-FFF2-40B4-BE49-F238E27FC236}">
                <a16:creationId xmlns:a16="http://schemas.microsoft.com/office/drawing/2014/main" id="{C615EA59-02AA-423E-8656-E5DDE0131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27852CF-D446-4B39-9BF2-A3C14EDC75A9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6601E80-7131-427E-A40F-EDE9F1138D9C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9C8E4E-8E8E-4AB9-8FC9-D3A3ED01FD3B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A3D4D93-84C6-4CC0-8DF4-660C9C40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954" y="859138"/>
            <a:ext cx="6615983" cy="49619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5CC6C71-9470-458C-B5F9-CF66DB320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1CC943F-D564-4934-8317-63388ADD76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73793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AD285E0-CBC3-4B88-BFEB-33A56EE4181E}"/>
              </a:ext>
            </a:extLst>
          </p:cNvPr>
          <p:cNvSpPr txBox="1"/>
          <p:nvPr/>
        </p:nvSpPr>
        <p:spPr>
          <a:xfrm>
            <a:off x="2929555" y="300561"/>
            <a:ext cx="2369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Verfeinerter Zielrahmen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4803796-90B2-4875-835B-CE7D321C5928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83FC059-36E7-4129-8577-C885E4CF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57" y="2082842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44E6A4A-8455-43C7-A46C-4F3A480DA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075" y="2534464"/>
            <a:ext cx="3467100" cy="2819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A41CD5-48C2-42DC-9C74-019A4FE8DA4A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  <a:ln>
            <a:solidFill>
              <a:srgbClr val="C17F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E4A0E5EC-2943-4DC3-AB67-97299BD0EFF4}"/>
              </a:ext>
            </a:extLst>
          </p:cNvPr>
          <p:cNvSpPr txBox="1"/>
          <p:nvPr/>
        </p:nvSpPr>
        <p:spPr>
          <a:xfrm>
            <a:off x="2743200" y="358588"/>
            <a:ext cx="2015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 bauen wir an?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8DA89ED-6C5E-4531-981F-0FAF0A0C6F55}"/>
              </a:ext>
            </a:extLst>
          </p:cNvPr>
          <p:cNvSpPr txBox="1"/>
          <p:nvPr/>
        </p:nvSpPr>
        <p:spPr>
          <a:xfrm>
            <a:off x="4758432" y="269458"/>
            <a:ext cx="1922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(Unser Zielprodukt)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</Words>
  <Application>Microsoft Office PowerPoint</Application>
  <PresentationFormat>Breitbild</PresentationFormat>
  <Paragraphs>47</Paragraphs>
  <Slides>22</Slides>
  <Notes>0</Notes>
  <HiddenSlides>5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Anforderungen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22</cp:revision>
  <dcterms:created xsi:type="dcterms:W3CDTF">2020-12-05T12:56:40Z</dcterms:created>
  <dcterms:modified xsi:type="dcterms:W3CDTF">2020-12-07T13:17:44Z</dcterms:modified>
</cp:coreProperties>
</file>