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2"/>
  </p:notesMasterIdLst>
  <p:sldIdLst>
    <p:sldId id="256" r:id="rId2"/>
    <p:sldId id="259" r:id="rId3"/>
    <p:sldId id="265" r:id="rId4"/>
    <p:sldId id="282" r:id="rId5"/>
    <p:sldId id="283" r:id="rId6"/>
    <p:sldId id="285" r:id="rId7"/>
    <p:sldId id="284" r:id="rId8"/>
    <p:sldId id="287" r:id="rId9"/>
    <p:sldId id="272" r:id="rId10"/>
    <p:sldId id="28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>
        <p:scale>
          <a:sx n="100" d="100"/>
          <a:sy n="100" d="100"/>
        </p:scale>
        <p:origin x="3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284377E6-4EA8-4475-A4D2-EF3EDBF8C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889" y="95655"/>
            <a:ext cx="10540222" cy="66666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Nutzerorientierte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funktionsstruktur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Microsoft Office PowerPoint</Application>
  <PresentationFormat>Breitbild</PresentationFormat>
  <Paragraphs>17</Paragraphs>
  <Slides>10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Nutzerorientierte funktionsstruktur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4</cp:revision>
  <dcterms:created xsi:type="dcterms:W3CDTF">2020-12-05T12:56:40Z</dcterms:created>
  <dcterms:modified xsi:type="dcterms:W3CDTF">2020-12-05T13:52:59Z</dcterms:modified>
</cp:coreProperties>
</file>