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69" r:id="rId2"/>
    <p:sldId id="256" r:id="rId3"/>
    <p:sldId id="259" r:id="rId4"/>
    <p:sldId id="265" r:id="rId5"/>
    <p:sldId id="260" r:id="rId6"/>
    <p:sldId id="271" r:id="rId7"/>
    <p:sldId id="262" r:id="rId8"/>
    <p:sldId id="267" r:id="rId9"/>
    <p:sldId id="273" r:id="rId10"/>
    <p:sldId id="268" r:id="rId11"/>
    <p:sldId id="261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7F63"/>
    <a:srgbClr val="496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03.11.2020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0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Wer sind wir?</a:t>
            </a:r>
            <a:endParaRPr lang="en-US" sz="6600" spc="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618988" y="34290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Teammitglieder:</a:t>
            </a:r>
          </a:p>
          <a:p>
            <a:r>
              <a:rPr lang="de-DE" sz="2400" dirty="0"/>
              <a:t>Leon Schwarz – CEO/Teamleitung</a:t>
            </a:r>
          </a:p>
          <a:p>
            <a:r>
              <a:rPr lang="de-DE" sz="2400" dirty="0"/>
              <a:t>Pascal </a:t>
            </a:r>
            <a:r>
              <a:rPr lang="de-DE" sz="2400" dirty="0" err="1"/>
              <a:t>Roschkowski</a:t>
            </a:r>
            <a:r>
              <a:rPr lang="de-DE" sz="2400" dirty="0"/>
              <a:t> – Controlling/Marktanalyse</a:t>
            </a:r>
          </a:p>
          <a:p>
            <a:r>
              <a:rPr lang="de-DE" sz="2400" dirty="0"/>
              <a:t>Tobias Röpke – technischer Leiter</a:t>
            </a:r>
          </a:p>
          <a:p>
            <a:r>
              <a:rPr lang="de-DE" sz="2400" dirty="0"/>
              <a:t>Philipp Otto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428750" y="1219200"/>
            <a:ext cx="4430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Oktober 2020</a:t>
            </a:r>
          </a:p>
          <a:p>
            <a:r>
              <a:rPr lang="de-DE" sz="2400" dirty="0"/>
              <a:t>Mitarbeiter: 4</a:t>
            </a:r>
          </a:p>
          <a:p>
            <a:r>
              <a:rPr lang="de-DE" sz="2400" dirty="0"/>
              <a:t>geschätzter Firmenwert: 200.000€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wollen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32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C307415-271F-4602-AC56-B1A2FA648715}"/>
              </a:ext>
            </a:extLst>
          </p:cNvPr>
          <p:cNvSpPr txBox="1"/>
          <p:nvPr/>
        </p:nvSpPr>
        <p:spPr>
          <a:xfrm>
            <a:off x="2454618" y="2875002"/>
            <a:ext cx="72827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600" dirty="0"/>
              <a:t>Die Rettung der Welt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CE89EB-3BB1-4FFB-85CA-3155639EE2D5}"/>
              </a:ext>
            </a:extLst>
          </p:cNvPr>
          <p:cNvSpPr txBox="1"/>
          <p:nvPr/>
        </p:nvSpPr>
        <p:spPr>
          <a:xfrm>
            <a:off x="6714036" y="3982998"/>
            <a:ext cx="423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Oder zumindest unseren Teil dazu beitragen</a:t>
            </a:r>
          </a:p>
        </p:txBody>
      </p:sp>
    </p:spTree>
    <p:extLst>
      <p:ext uri="{BB962C8B-B14F-4D97-AF65-F5344CB8AC3E}">
        <p14:creationId xmlns:p14="http://schemas.microsoft.com/office/powerpoint/2010/main" val="83374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draußen, Wasser, Berg, Gras enthält.&#10;&#10;Automatisch generierte Beschreibung">
            <a:extLst>
              <a:ext uri="{FF2B5EF4-FFF2-40B4-BE49-F238E27FC236}">
                <a16:creationId xmlns:a16="http://schemas.microsoft.com/office/drawing/2014/main" id="{8DA7F572-34D0-4D64-92A6-E64E642B73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65" r="1" b="1"/>
          <a:stretch/>
        </p:blipFill>
        <p:spPr>
          <a:xfrm>
            <a:off x="4444884" y="2649653"/>
            <a:ext cx="7223346" cy="369018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F822A53-A493-4044-BD01-4DFD2A4FF408}"/>
              </a:ext>
            </a:extLst>
          </p:cNvPr>
          <p:cNvSpPr txBox="1"/>
          <p:nvPr/>
        </p:nvSpPr>
        <p:spPr>
          <a:xfrm>
            <a:off x="602763" y="2757112"/>
            <a:ext cx="36036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Der Druck auf die Landwirtschaft steigt. </a:t>
            </a:r>
          </a:p>
          <a:p>
            <a:r>
              <a:rPr lang="de-DE" sz="2400" dirty="0"/>
              <a:t>Landwirte müssen immer effizienter Arbeiten, dazu verwenden sie hohe Mengen an: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Düngemittel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Pestiziden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Monokulturen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5BA07F-D363-47B9-8C20-A341C7F1640B}"/>
              </a:ext>
            </a:extLst>
          </p:cNvPr>
          <p:cNvSpPr txBox="1"/>
          <p:nvPr/>
        </p:nvSpPr>
        <p:spPr>
          <a:xfrm>
            <a:off x="9985964" y="2334946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/>
              <a:t>Quelle: Greenpeace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753314-D3CC-4FB3-9850-E40F029DCB24}"/>
              </a:ext>
            </a:extLst>
          </p:cNvPr>
          <p:cNvSpPr txBox="1"/>
          <p:nvPr/>
        </p:nvSpPr>
        <p:spPr>
          <a:xfrm>
            <a:off x="841269" y="733859"/>
            <a:ext cx="42151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Die Problematik: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59C87F4-78F7-4B23-814B-895231947D52}"/>
              </a:ext>
            </a:extLst>
          </p:cNvPr>
          <p:cNvSpPr txBox="1"/>
          <p:nvPr/>
        </p:nvSpPr>
        <p:spPr>
          <a:xfrm>
            <a:off x="2850495" y="1446055"/>
            <a:ext cx="88177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Stetig wachsende Weltbevölkerung</a:t>
            </a:r>
          </a:p>
        </p:txBody>
      </p:sp>
    </p:spTree>
    <p:extLst>
      <p:ext uri="{BB962C8B-B14F-4D97-AF65-F5344CB8AC3E}">
        <p14:creationId xmlns:p14="http://schemas.microsoft.com/office/powerpoint/2010/main" val="38499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C5794B7-D8CC-47FD-AB0D-EF8BB287977E}"/>
              </a:ext>
            </a:extLst>
          </p:cNvPr>
          <p:cNvSpPr txBox="1"/>
          <p:nvPr/>
        </p:nvSpPr>
        <p:spPr>
          <a:xfrm>
            <a:off x="2135436" y="2598003"/>
            <a:ext cx="79211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Unser oberstes Ziel:</a:t>
            </a:r>
          </a:p>
          <a:p>
            <a:r>
              <a:rPr lang="de-DE" sz="2400" dirty="0"/>
              <a:t>Reduzierung der agrartechnisch genutzten Flächen, durch Erschließung der Meere als Zusätzliches Anbaugebiet.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235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schwimmend, grün, sitzend, haltend enthält.&#10;&#10;Automatisch generierte Beschreibung">
            <a:extLst>
              <a:ext uri="{FF2B5EF4-FFF2-40B4-BE49-F238E27FC236}">
                <a16:creationId xmlns:a16="http://schemas.microsoft.com/office/drawing/2014/main" id="{79A94BF5-5C1D-4210-B325-A8962E06F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68" y="1263115"/>
            <a:ext cx="9884664" cy="507307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5DEB3FE-FEC3-4ACC-B79E-F749C8194B3C}"/>
              </a:ext>
            </a:extLst>
          </p:cNvPr>
          <p:cNvSpPr txBox="1"/>
          <p:nvPr/>
        </p:nvSpPr>
        <p:spPr>
          <a:xfrm>
            <a:off x="3582876" y="640755"/>
            <a:ext cx="5026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Vollständig automatisierte Algenfarmen</a:t>
            </a:r>
          </a:p>
        </p:txBody>
      </p:sp>
    </p:spTree>
    <p:extLst>
      <p:ext uri="{BB962C8B-B14F-4D97-AF65-F5344CB8AC3E}">
        <p14:creationId xmlns:p14="http://schemas.microsoft.com/office/powerpoint/2010/main" val="11285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72A430D-28A1-4BB7-841E-BD1F53E374E3}"/>
              </a:ext>
            </a:extLst>
          </p:cNvPr>
          <p:cNvSpPr txBox="1"/>
          <p:nvPr/>
        </p:nvSpPr>
        <p:spPr>
          <a:xfrm>
            <a:off x="5392632" y="729221"/>
            <a:ext cx="1406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Algen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82ED93-E354-498B-A3BB-5639C37D017E}"/>
              </a:ext>
            </a:extLst>
          </p:cNvPr>
          <p:cNvSpPr txBox="1"/>
          <p:nvPr/>
        </p:nvSpPr>
        <p:spPr>
          <a:xfrm>
            <a:off x="2910042" y="2136338"/>
            <a:ext cx="25954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Algen enthalten: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Proteine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Minerale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Ballaststoffe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Fettsäuren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Jod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Vitamin A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Eisen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etc.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E098A9-A343-4108-A779-78290CB4960E}"/>
              </a:ext>
            </a:extLst>
          </p:cNvPr>
          <p:cNvSpPr txBox="1"/>
          <p:nvPr/>
        </p:nvSpPr>
        <p:spPr>
          <a:xfrm>
            <a:off x="6877050" y="2136338"/>
            <a:ext cx="36195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Algen können: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Gut getrocknet werden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Lange haltbar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Leicht zu transportieren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Leicht zu verarbeiten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Verhindern Überdüngung der Meere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176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Wie können wir das erreichen?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92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39C9EF2-E6A7-489D-B2CF-FE6C2DC73D3F}"/>
              </a:ext>
            </a:extLst>
          </p:cNvPr>
          <p:cNvSpPr txBox="1"/>
          <p:nvPr/>
        </p:nvSpPr>
        <p:spPr>
          <a:xfrm>
            <a:off x="1069371" y="881048"/>
            <a:ext cx="63294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Problematik: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Bisher keine Automatisierung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Hohe Kosten durch Personaleinsatz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Ernte nur bei guten Wetterbedingungen möglich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F86A8BC-7A86-4EF9-B1BD-03D8ABF31B36}"/>
              </a:ext>
            </a:extLst>
          </p:cNvPr>
          <p:cNvSpPr txBox="1"/>
          <p:nvPr/>
        </p:nvSpPr>
        <p:spPr>
          <a:xfrm>
            <a:off x="2663746" y="3428999"/>
            <a:ext cx="6864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17F63"/>
                </a:solidFill>
              </a:rPr>
              <a:t>Limitierende Faktoren, die die Effektivität einschränken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112DDD-844A-4A9C-B809-2881602135F9}"/>
              </a:ext>
            </a:extLst>
          </p:cNvPr>
          <p:cNvSpPr txBox="1"/>
          <p:nvPr/>
        </p:nvSpPr>
        <p:spPr>
          <a:xfrm>
            <a:off x="1069371" y="4345074"/>
            <a:ext cx="890205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Unsere Lösung:</a:t>
            </a:r>
          </a:p>
          <a:p>
            <a:r>
              <a:rPr lang="de-DE" sz="2400" dirty="0"/>
              <a:t>Ein System aus Unterwasserdrohnen automatisiert die Aussaat und Ernte</a:t>
            </a:r>
          </a:p>
          <a:p>
            <a:endParaRPr lang="de-DE" dirty="0"/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225B3035-545B-46CF-810B-8B3302F69669}"/>
              </a:ext>
            </a:extLst>
          </p:cNvPr>
          <p:cNvSpPr/>
          <p:nvPr/>
        </p:nvSpPr>
        <p:spPr>
          <a:xfrm>
            <a:off x="7391241" y="1466850"/>
            <a:ext cx="152559" cy="189143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C17F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3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Breitbild</PresentationFormat>
  <Paragraphs>49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PowerPoint-Präsentation</vt:lpstr>
      <vt:lpstr>Wer sind wir?</vt:lpstr>
      <vt:lpstr>PowerPoint-Präsentation</vt:lpstr>
      <vt:lpstr>Was wollen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Wie können wir das erreichen?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16</cp:revision>
  <dcterms:created xsi:type="dcterms:W3CDTF">2020-11-02T11:25:11Z</dcterms:created>
  <dcterms:modified xsi:type="dcterms:W3CDTF">2020-11-03T10:46:24Z</dcterms:modified>
</cp:coreProperties>
</file>