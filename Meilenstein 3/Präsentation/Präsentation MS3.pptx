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6" r:id="rId1"/>
  </p:sldMasterIdLst>
  <p:notesMasterIdLst>
    <p:notesMasterId r:id="rId20"/>
  </p:notesMasterIdLst>
  <p:sldIdLst>
    <p:sldId id="256" r:id="rId2"/>
    <p:sldId id="259" r:id="rId3"/>
    <p:sldId id="265" r:id="rId4"/>
    <p:sldId id="282" r:id="rId5"/>
    <p:sldId id="283" r:id="rId6"/>
    <p:sldId id="292" r:id="rId7"/>
    <p:sldId id="284" r:id="rId8"/>
    <p:sldId id="288" r:id="rId9"/>
    <p:sldId id="291" r:id="rId10"/>
    <p:sldId id="285" r:id="rId11"/>
    <p:sldId id="289" r:id="rId12"/>
    <p:sldId id="293" r:id="rId13"/>
    <p:sldId id="274" r:id="rId14"/>
    <p:sldId id="276" r:id="rId15"/>
    <p:sldId id="290" r:id="rId16"/>
    <p:sldId id="294" r:id="rId17"/>
    <p:sldId id="275" r:id="rId18"/>
    <p:sldId id="295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960A6"/>
    <a:srgbClr val="2E2B21"/>
    <a:srgbClr val="C17F6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54" autoAdjust="0"/>
    <p:restoredTop sz="94660"/>
  </p:normalViewPr>
  <p:slideViewPr>
    <p:cSldViewPr snapToGrid="0">
      <p:cViewPr>
        <p:scale>
          <a:sx n="100" d="100"/>
          <a:sy n="100" d="100"/>
        </p:scale>
        <p:origin x="58" y="-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88D3DC-C3A5-4BB0-A509-7EA8E98E9A54}" type="datetimeFigureOut">
              <a:rPr lang="de-DE" smtClean="0"/>
              <a:t>03.01.2021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DD8641-0A0B-4388-BAA6-D8FA08FD80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333303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052FE770-E0D2-4419-A252-3771C9401F80}" type="datetimeFigureOut">
              <a:rPr lang="de-DE" smtClean="0"/>
              <a:t>03.01.2021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13" name="Straight Connector 12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0600188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03.01.2021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078599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b="0" spc="20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03.01.2021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8858113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4754880" cy="402336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03.01.2021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534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2">
                    <a:lumMod val="75000"/>
                  </a:schemeClr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9088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90888" y="2967788"/>
            <a:ext cx="4754880" cy="334157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03.01.2021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571689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03.01.2021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435789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03.01.2021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837233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03.01.2021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566955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2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03.01.2021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71529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03.01.2021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644079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762000"/>
            <a:ext cx="2628900" cy="5410200"/>
          </a:xfrm>
        </p:spPr>
        <p:txBody>
          <a:bodyPr vert="eaVert" lIns="45720" tIns="91440" rIns="45720" bIns="91440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601" y="762000"/>
            <a:ext cx="7581900" cy="5410200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03.01.2021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8" name="Straight Connector 7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39681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052FE770-E0D2-4419-A252-3771C9401F80}" type="datetimeFigureOut">
              <a:rPr lang="de-DE" smtClean="0"/>
              <a:t>03.01.2021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756046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2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723B6203-3323-4168-A356-6BCF681C60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95695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EE936F0-62E4-40F1-BA06-11DDD134B51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43467" y="643467"/>
            <a:ext cx="7164674" cy="557106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6600" spc="200" dirty="0" err="1">
                <a:solidFill>
                  <a:schemeClr val="tx1">
                    <a:alpha val="80000"/>
                  </a:schemeClr>
                </a:solidFill>
              </a:rPr>
              <a:t>Wer</a:t>
            </a:r>
            <a:r>
              <a:rPr lang="en-US" sz="6600" spc="200" dirty="0">
                <a:solidFill>
                  <a:schemeClr val="tx1">
                    <a:alpha val="80000"/>
                  </a:schemeClr>
                </a:solidFill>
              </a:rPr>
              <a:t> </a:t>
            </a:r>
            <a:r>
              <a:rPr lang="en-US" sz="6600" spc="200" dirty="0" err="1">
                <a:solidFill>
                  <a:schemeClr val="tx1">
                    <a:alpha val="80000"/>
                  </a:schemeClr>
                </a:solidFill>
              </a:rPr>
              <a:t>sind</a:t>
            </a:r>
            <a:r>
              <a:rPr lang="en-US" sz="6600" spc="200" dirty="0">
                <a:solidFill>
                  <a:schemeClr val="tx1">
                    <a:alpha val="80000"/>
                  </a:schemeClr>
                </a:solidFill>
              </a:rPr>
              <a:t> </a:t>
            </a:r>
            <a:r>
              <a:rPr lang="en-US" sz="6600" spc="200" dirty="0" err="1">
                <a:solidFill>
                  <a:schemeClr val="tx1">
                    <a:alpha val="80000"/>
                  </a:schemeClr>
                </a:solidFill>
              </a:rPr>
              <a:t>wir</a:t>
            </a:r>
            <a:r>
              <a:rPr lang="en-US" sz="6600" spc="200" dirty="0">
                <a:solidFill>
                  <a:schemeClr val="tx1">
                    <a:alpha val="80000"/>
                  </a:schemeClr>
                </a:solidFill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5228077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feld 7">
            <a:extLst>
              <a:ext uri="{FF2B5EF4-FFF2-40B4-BE49-F238E27FC236}">
                <a16:creationId xmlns:a16="http://schemas.microsoft.com/office/drawing/2014/main" id="{7DD7AA26-52C7-4759-880F-5BDA897B8ECA}"/>
              </a:ext>
            </a:extLst>
          </p:cNvPr>
          <p:cNvSpPr txBox="1"/>
          <p:nvPr/>
        </p:nvSpPr>
        <p:spPr>
          <a:xfrm>
            <a:off x="5738241" y="4125980"/>
            <a:ext cx="609600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/>
              <a:t>Leon Schwarz 		 – CEO/Teamleitung</a:t>
            </a:r>
          </a:p>
          <a:p>
            <a:r>
              <a:rPr lang="de-DE" sz="2400" dirty="0"/>
              <a:t>Pascal Roschkowski – Controlling/Marktanalyse</a:t>
            </a:r>
          </a:p>
          <a:p>
            <a:r>
              <a:rPr lang="de-DE" sz="2400" dirty="0"/>
              <a:t>Tobias Röpke 		 – technischer Leiter</a:t>
            </a:r>
          </a:p>
          <a:p>
            <a:r>
              <a:rPr lang="de-DE" sz="2400" dirty="0"/>
              <a:t>Philipp Otto 		 – Marketing 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88C79558-5612-4207-B3A0-B6CDBEEE295F}"/>
              </a:ext>
            </a:extLst>
          </p:cNvPr>
          <p:cNvSpPr txBox="1"/>
          <p:nvPr/>
        </p:nvSpPr>
        <p:spPr>
          <a:xfrm>
            <a:off x="721119" y="4172146"/>
            <a:ext cx="4778616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/>
              <a:t>Gründung: 		Oktober 2020</a:t>
            </a:r>
          </a:p>
          <a:p>
            <a:r>
              <a:rPr lang="de-DE" sz="2400" dirty="0"/>
              <a:t>Mitarbeiter: 	4</a:t>
            </a:r>
          </a:p>
          <a:p>
            <a:r>
              <a:rPr lang="de-DE" sz="2400" dirty="0"/>
              <a:t>geschätzter 	Firmenwert: 200.000€</a:t>
            </a:r>
          </a:p>
          <a:p>
            <a:endParaRPr lang="de-DE" dirty="0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6392A4D7-C13D-46D3-B54C-2C678BB5956C}"/>
              </a:ext>
            </a:extLst>
          </p:cNvPr>
          <p:cNvSpPr txBox="1"/>
          <p:nvPr/>
        </p:nvSpPr>
        <p:spPr>
          <a:xfrm>
            <a:off x="3260801" y="1126390"/>
            <a:ext cx="5670398" cy="12926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5400" dirty="0"/>
              <a:t>				C-Tech </a:t>
            </a:r>
          </a:p>
          <a:p>
            <a:r>
              <a:rPr lang="de-DE" sz="2400" dirty="0"/>
              <a:t>„modern </a:t>
            </a:r>
            <a:r>
              <a:rPr lang="de-DE" sz="2400" dirty="0" err="1"/>
              <a:t>problems</a:t>
            </a:r>
            <a:r>
              <a:rPr lang="de-DE" sz="2400" dirty="0"/>
              <a:t> </a:t>
            </a:r>
            <a:r>
              <a:rPr lang="de-DE" sz="2400" dirty="0" err="1"/>
              <a:t>require</a:t>
            </a:r>
            <a:r>
              <a:rPr lang="de-DE" sz="2400" dirty="0"/>
              <a:t> </a:t>
            </a:r>
            <a:r>
              <a:rPr lang="de-DE" sz="2400" dirty="0" err="1"/>
              <a:t>creative</a:t>
            </a:r>
            <a:r>
              <a:rPr lang="de-DE" sz="2400" dirty="0"/>
              <a:t> </a:t>
            </a:r>
            <a:r>
              <a:rPr lang="de-DE" sz="2400" dirty="0" err="1"/>
              <a:t>solutions</a:t>
            </a:r>
            <a:r>
              <a:rPr lang="de-DE" sz="2400" dirty="0"/>
              <a:t>“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BBC71AB5-CA65-40C6-81CE-CC0F145BA1A5}"/>
              </a:ext>
            </a:extLst>
          </p:cNvPr>
          <p:cNvSpPr txBox="1"/>
          <p:nvPr/>
        </p:nvSpPr>
        <p:spPr>
          <a:xfrm>
            <a:off x="5738241" y="3756647"/>
            <a:ext cx="160435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/>
              <a:t>unser Team:</a:t>
            </a:r>
          </a:p>
          <a:p>
            <a:endParaRPr lang="de-DE" sz="2400" dirty="0"/>
          </a:p>
        </p:txBody>
      </p:sp>
    </p:spTree>
    <p:extLst>
      <p:ext uri="{BB962C8B-B14F-4D97-AF65-F5344CB8AC3E}">
        <p14:creationId xmlns:p14="http://schemas.microsoft.com/office/powerpoint/2010/main" val="36061242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EE936F0-62E4-40F1-BA06-11DDD134B51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43467" y="643467"/>
            <a:ext cx="7164674" cy="557106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6600" spc="200" dirty="0">
                <a:solidFill>
                  <a:schemeClr val="tx1">
                    <a:alpha val="80000"/>
                  </a:schemeClr>
                </a:solidFill>
              </a:rPr>
              <a:t>Was </a:t>
            </a:r>
            <a:r>
              <a:rPr lang="en-US" sz="6600" spc="200" dirty="0" err="1">
                <a:solidFill>
                  <a:schemeClr val="tx1">
                    <a:alpha val="80000"/>
                  </a:schemeClr>
                </a:solidFill>
              </a:rPr>
              <a:t>machen</a:t>
            </a:r>
            <a:r>
              <a:rPr lang="en-US" sz="6600" spc="200" dirty="0">
                <a:solidFill>
                  <a:schemeClr val="tx1">
                    <a:alpha val="80000"/>
                  </a:schemeClr>
                </a:solidFill>
              </a:rPr>
              <a:t> </a:t>
            </a:r>
            <a:r>
              <a:rPr lang="en-US" sz="6600" spc="200" dirty="0" err="1">
                <a:solidFill>
                  <a:schemeClr val="tx1">
                    <a:alpha val="80000"/>
                  </a:schemeClr>
                </a:solidFill>
              </a:rPr>
              <a:t>wir</a:t>
            </a:r>
            <a:r>
              <a:rPr lang="en-US" sz="6600" spc="200" dirty="0">
                <a:solidFill>
                  <a:schemeClr val="tx1">
                    <a:alpha val="80000"/>
                  </a:schemeClr>
                </a:solidFill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1597327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FCF3207A-A44B-4534-8EB6-8157AE90E4C4}"/>
              </a:ext>
            </a:extLst>
          </p:cNvPr>
          <p:cNvSpPr txBox="1"/>
          <p:nvPr/>
        </p:nvSpPr>
        <p:spPr>
          <a:xfrm>
            <a:off x="1892605" y="2767280"/>
            <a:ext cx="840678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4000" dirty="0"/>
              <a:t>Unterwassserdrohne zur automatisierten </a:t>
            </a:r>
          </a:p>
          <a:p>
            <a:r>
              <a:rPr lang="de-DE" sz="4000" dirty="0"/>
              <a:t>Ernte und Aussaat von Algen </a:t>
            </a:r>
          </a:p>
        </p:txBody>
      </p:sp>
    </p:spTree>
    <p:extLst>
      <p:ext uri="{BB962C8B-B14F-4D97-AF65-F5344CB8AC3E}">
        <p14:creationId xmlns:p14="http://schemas.microsoft.com/office/powerpoint/2010/main" val="12500505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FCF3207A-A44B-4534-8EB6-8157AE90E4C4}"/>
              </a:ext>
            </a:extLst>
          </p:cNvPr>
          <p:cNvSpPr txBox="1"/>
          <p:nvPr/>
        </p:nvSpPr>
        <p:spPr>
          <a:xfrm>
            <a:off x="1892605" y="2767280"/>
            <a:ext cx="558197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4000" dirty="0"/>
              <a:t>Kreativität (sofern sinnvoll)</a:t>
            </a:r>
          </a:p>
        </p:txBody>
      </p:sp>
    </p:spTree>
    <p:extLst>
      <p:ext uri="{BB962C8B-B14F-4D97-AF65-F5344CB8AC3E}">
        <p14:creationId xmlns:p14="http://schemas.microsoft.com/office/powerpoint/2010/main" val="27091118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FCF3207A-A44B-4534-8EB6-8157AE90E4C4}"/>
              </a:ext>
            </a:extLst>
          </p:cNvPr>
          <p:cNvSpPr txBox="1"/>
          <p:nvPr/>
        </p:nvSpPr>
        <p:spPr>
          <a:xfrm>
            <a:off x="359080" y="389066"/>
            <a:ext cx="283680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4000" dirty="0"/>
              <a:t>Morph Box 1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AC0C2ACA-8A11-40E7-BABC-C50E1372EF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7225" y="389066"/>
            <a:ext cx="7136278" cy="6172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34157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FCF3207A-A44B-4534-8EB6-8157AE90E4C4}"/>
              </a:ext>
            </a:extLst>
          </p:cNvPr>
          <p:cNvSpPr txBox="1"/>
          <p:nvPr/>
        </p:nvSpPr>
        <p:spPr>
          <a:xfrm>
            <a:off x="511480" y="452705"/>
            <a:ext cx="283680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4000" dirty="0"/>
              <a:t>Morph Box 1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6592ABC7-5478-44A3-8D8F-271291F19E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29407" y="368364"/>
            <a:ext cx="7019312" cy="6121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68442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FCF3207A-A44B-4534-8EB6-8157AE90E4C4}"/>
              </a:ext>
            </a:extLst>
          </p:cNvPr>
          <p:cNvSpPr txBox="1"/>
          <p:nvPr/>
        </p:nvSpPr>
        <p:spPr>
          <a:xfrm>
            <a:off x="1431498" y="2721114"/>
            <a:ext cx="540019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4000" b="1" dirty="0"/>
              <a:t>Variation der Gestaltung</a:t>
            </a:r>
          </a:p>
        </p:txBody>
      </p:sp>
    </p:spTree>
    <p:extLst>
      <p:ext uri="{BB962C8B-B14F-4D97-AF65-F5344CB8AC3E}">
        <p14:creationId xmlns:p14="http://schemas.microsoft.com/office/powerpoint/2010/main" val="38297704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FCF3207A-A44B-4534-8EB6-8157AE90E4C4}"/>
              </a:ext>
            </a:extLst>
          </p:cNvPr>
          <p:cNvSpPr txBox="1"/>
          <p:nvPr/>
        </p:nvSpPr>
        <p:spPr>
          <a:xfrm>
            <a:off x="1892605" y="2767280"/>
            <a:ext cx="6452920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4000" dirty="0"/>
              <a:t>Konzeptvorstellung </a:t>
            </a:r>
            <a:r>
              <a:rPr lang="de-DE" sz="4000" b="1" dirty="0"/>
              <a:t>mit Bildern</a:t>
            </a:r>
          </a:p>
          <a:p>
            <a:r>
              <a:rPr lang="de-DE" sz="4000" b="1" dirty="0"/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14305871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FCF3207A-A44B-4534-8EB6-8157AE90E4C4}"/>
              </a:ext>
            </a:extLst>
          </p:cNvPr>
          <p:cNvSpPr txBox="1"/>
          <p:nvPr/>
        </p:nvSpPr>
        <p:spPr>
          <a:xfrm>
            <a:off x="1892605" y="2767280"/>
            <a:ext cx="6452920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4000" dirty="0"/>
              <a:t>Konzeptvorstellung </a:t>
            </a:r>
            <a:r>
              <a:rPr lang="de-DE" sz="4000" b="1" dirty="0"/>
              <a:t>mit Bildern</a:t>
            </a:r>
          </a:p>
          <a:p>
            <a:r>
              <a:rPr lang="de-DE" sz="4000" b="1" dirty="0"/>
              <a:t>Y</a:t>
            </a:r>
          </a:p>
        </p:txBody>
      </p:sp>
    </p:spTree>
    <p:extLst>
      <p:ext uri="{BB962C8B-B14F-4D97-AF65-F5344CB8AC3E}">
        <p14:creationId xmlns:p14="http://schemas.microsoft.com/office/powerpoint/2010/main" val="8374887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FCF3207A-A44B-4534-8EB6-8157AE90E4C4}"/>
              </a:ext>
            </a:extLst>
          </p:cNvPr>
          <p:cNvSpPr txBox="1"/>
          <p:nvPr/>
        </p:nvSpPr>
        <p:spPr>
          <a:xfrm>
            <a:off x="1892605" y="2767280"/>
            <a:ext cx="6452920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4000" dirty="0"/>
              <a:t>Konzeptvorstellung </a:t>
            </a:r>
            <a:r>
              <a:rPr lang="de-DE" sz="4000" b="1" dirty="0"/>
              <a:t>mit Bildern</a:t>
            </a:r>
          </a:p>
          <a:p>
            <a:r>
              <a:rPr lang="de-DE" sz="4000" b="1" dirty="0"/>
              <a:t>Z</a:t>
            </a:r>
          </a:p>
        </p:txBody>
      </p:sp>
    </p:spTree>
    <p:extLst>
      <p:ext uri="{BB962C8B-B14F-4D97-AF65-F5344CB8AC3E}">
        <p14:creationId xmlns:p14="http://schemas.microsoft.com/office/powerpoint/2010/main" val="11544271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91CF4895-9E43-4451-AD30-62BB9C62C0DB}"/>
              </a:ext>
            </a:extLst>
          </p:cNvPr>
          <p:cNvSpPr txBox="1"/>
          <p:nvPr/>
        </p:nvSpPr>
        <p:spPr>
          <a:xfrm>
            <a:off x="685800" y="7955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605F3548-F5CA-448B-8E93-C4F052021D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8154" y="1473684"/>
            <a:ext cx="8797558" cy="4946165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7E7218E4-1BB5-4B17-9528-7BE6939F84B5}"/>
              </a:ext>
            </a:extLst>
          </p:cNvPr>
          <p:cNvSpPr txBox="1"/>
          <p:nvPr/>
        </p:nvSpPr>
        <p:spPr>
          <a:xfrm>
            <a:off x="750277" y="461108"/>
            <a:ext cx="25087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Bewertungskrierien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169165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91CF4895-9E43-4451-AD30-62BB9C62C0DB}"/>
              </a:ext>
            </a:extLst>
          </p:cNvPr>
          <p:cNvSpPr txBox="1"/>
          <p:nvPr/>
        </p:nvSpPr>
        <p:spPr>
          <a:xfrm>
            <a:off x="685800" y="7955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5ADA9A3E-C9E9-4182-A1E4-0A2ABD5627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64860"/>
            <a:ext cx="12192000" cy="4035789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C84DBC1A-C265-4433-A7D5-416430F9508E}"/>
              </a:ext>
            </a:extLst>
          </p:cNvPr>
          <p:cNvSpPr txBox="1"/>
          <p:nvPr/>
        </p:nvSpPr>
        <p:spPr>
          <a:xfrm>
            <a:off x="870531" y="312615"/>
            <a:ext cx="39281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Nutzwertanalyse und Entscheidung</a:t>
            </a:r>
          </a:p>
        </p:txBody>
      </p:sp>
    </p:spTree>
    <p:extLst>
      <p:ext uri="{BB962C8B-B14F-4D97-AF65-F5344CB8AC3E}">
        <p14:creationId xmlns:p14="http://schemas.microsoft.com/office/powerpoint/2010/main" val="10521604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FCF3207A-A44B-4534-8EB6-8157AE90E4C4}"/>
              </a:ext>
            </a:extLst>
          </p:cNvPr>
          <p:cNvSpPr txBox="1"/>
          <p:nvPr/>
        </p:nvSpPr>
        <p:spPr>
          <a:xfrm>
            <a:off x="1892605" y="2767280"/>
            <a:ext cx="6452920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4000" dirty="0"/>
              <a:t>Konzeptvorstellung </a:t>
            </a:r>
            <a:r>
              <a:rPr lang="de-DE" sz="4000" b="1" dirty="0"/>
              <a:t>mit Bildern</a:t>
            </a:r>
          </a:p>
          <a:p>
            <a:r>
              <a:rPr lang="de-DE" sz="4000" b="1" dirty="0"/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16059644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FCF3207A-A44B-4534-8EB6-8157AE90E4C4}"/>
              </a:ext>
            </a:extLst>
          </p:cNvPr>
          <p:cNvSpPr txBox="1"/>
          <p:nvPr/>
        </p:nvSpPr>
        <p:spPr>
          <a:xfrm>
            <a:off x="1892605" y="2767280"/>
            <a:ext cx="6535122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4000" dirty="0"/>
              <a:t>Konzeptvorstellung </a:t>
            </a:r>
            <a:r>
              <a:rPr lang="de-DE" sz="4000" b="1" dirty="0"/>
              <a:t>ausführlich</a:t>
            </a:r>
          </a:p>
          <a:p>
            <a:r>
              <a:rPr lang="de-DE" sz="4000" b="1" dirty="0"/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34992325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91CF4895-9E43-4451-AD30-62BB9C62C0DB}"/>
              </a:ext>
            </a:extLst>
          </p:cNvPr>
          <p:cNvSpPr txBox="1"/>
          <p:nvPr/>
        </p:nvSpPr>
        <p:spPr>
          <a:xfrm>
            <a:off x="908436" y="85913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  <p:sp>
        <p:nvSpPr>
          <p:cNvPr id="19" name="Rectangle 4">
            <a:extLst>
              <a:ext uri="{FF2B5EF4-FFF2-40B4-BE49-F238E27FC236}">
                <a16:creationId xmlns:a16="http://schemas.microsoft.com/office/drawing/2014/main" id="{684E42DA-56F2-4FDE-9B8B-ACCE960744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14207" y="2832243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de-DE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E9E29127-7A43-446F-B9B3-54ABBF9C2113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3167" y="1113183"/>
            <a:ext cx="9670083" cy="5640042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8FDDC34F-E2A0-4536-BAD1-4272690B86C1}"/>
              </a:ext>
            </a:extLst>
          </p:cNvPr>
          <p:cNvSpPr txBox="1"/>
          <p:nvPr/>
        </p:nvSpPr>
        <p:spPr>
          <a:xfrm>
            <a:off x="850790" y="365760"/>
            <a:ext cx="40074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Produktarchitektur</a:t>
            </a:r>
          </a:p>
        </p:txBody>
      </p:sp>
    </p:spTree>
    <p:extLst>
      <p:ext uri="{BB962C8B-B14F-4D97-AF65-F5344CB8AC3E}">
        <p14:creationId xmlns:p14="http://schemas.microsoft.com/office/powerpoint/2010/main" val="273398099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07D5DDF-5492-4CCA-A929-25EA0774DF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B5678532-D2F8-4E48-BC12-62403E2C76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7AEE668-94EB-42CE-9A9A-5795C97EFA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726" cy="68589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FCF3207A-A44B-4534-8EB6-8157AE90E4C4}"/>
              </a:ext>
            </a:extLst>
          </p:cNvPr>
          <p:cNvSpPr txBox="1"/>
          <p:nvPr/>
        </p:nvSpPr>
        <p:spPr>
          <a:xfrm>
            <a:off x="636805" y="640080"/>
            <a:ext cx="3378099" cy="30348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algn="r" defTabSz="914400">
              <a:lnSpc>
                <a:spcPct val="8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400" b="1" cap="all" spc="2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+mj-ea"/>
                <a:cs typeface="+mj-cs"/>
              </a:rPr>
              <a:t>Morph box2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0F8B6B4E-9545-418F-A838-ED276EF21F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00698" y="3765314"/>
            <a:ext cx="3200400" cy="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afik 2" descr="Ein Bild, das Tisch enthält.&#10;&#10;Automatisch generierte Beschreibung">
            <a:extLst>
              <a:ext uri="{FF2B5EF4-FFF2-40B4-BE49-F238E27FC236}">
                <a16:creationId xmlns:a16="http://schemas.microsoft.com/office/drawing/2014/main" id="{5A837B8C-BFAA-4225-A5CA-1D8CE25A05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0498" y="640080"/>
            <a:ext cx="6505908" cy="5578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1638399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rgbClr val="2E2B21"/>
      </a:dk1>
      <a:lt1>
        <a:srgbClr val="FFFFFF"/>
      </a:lt1>
      <a:dk2>
        <a:srgbClr val="605B4F"/>
      </a:dk2>
      <a:lt2>
        <a:srgbClr val="D8D6BE"/>
      </a:lt2>
      <a:accent1>
        <a:srgbClr val="A9A57C"/>
      </a:accent1>
      <a:accent2>
        <a:srgbClr val="9CBEBD"/>
      </a:accent2>
      <a:accent3>
        <a:srgbClr val="D2CB6C"/>
      </a:accent3>
      <a:accent4>
        <a:srgbClr val="95A39D"/>
      </a:accent4>
      <a:accent5>
        <a:srgbClr val="C89F5D"/>
      </a:accent5>
      <a:accent6>
        <a:srgbClr val="B1A089"/>
      </a:accent6>
      <a:hlink>
        <a:srgbClr val="D25814"/>
      </a:hlink>
      <a:folHlink>
        <a:srgbClr val="849A0A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4825F1AF-8DBC-4E3D-9F3D-688338DA83FC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117</Words>
  <Application>Microsoft Office PowerPoint</Application>
  <PresentationFormat>Breitbild</PresentationFormat>
  <Paragraphs>32</Paragraphs>
  <Slides>18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18</vt:i4>
      </vt:variant>
    </vt:vector>
  </HeadingPairs>
  <TitlesOfParts>
    <vt:vector size="23" baseType="lpstr">
      <vt:lpstr>Calibri</vt:lpstr>
      <vt:lpstr>Tw Cen MT</vt:lpstr>
      <vt:lpstr>Tw Cen MT Condensed</vt:lpstr>
      <vt:lpstr>Wingdings 3</vt:lpstr>
      <vt:lpstr>Integral</vt:lpstr>
      <vt:lpstr>PowerPoint-Präsentation</vt:lpstr>
      <vt:lpstr>Wer sind wir?</vt:lpstr>
      <vt:lpstr>PowerPoint-Präsentation</vt:lpstr>
      <vt:lpstr>Was machen wir?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Schwarz, Leon Maximilian</dc:creator>
  <cp:lastModifiedBy>Schwarz, Leon Maximilian</cp:lastModifiedBy>
  <cp:revision>1</cp:revision>
  <dcterms:created xsi:type="dcterms:W3CDTF">2021-01-03T15:44:15Z</dcterms:created>
  <dcterms:modified xsi:type="dcterms:W3CDTF">2021-01-03T16:05:30Z</dcterms:modified>
</cp:coreProperties>
</file>