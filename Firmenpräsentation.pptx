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2"/>
  </p:notesMasterIdLst>
  <p:sldIdLst>
    <p:sldId id="269" r:id="rId2"/>
    <p:sldId id="256" r:id="rId3"/>
    <p:sldId id="259" r:id="rId4"/>
    <p:sldId id="265" r:id="rId5"/>
    <p:sldId id="260" r:id="rId6"/>
    <p:sldId id="262" r:id="rId7"/>
    <p:sldId id="267" r:id="rId8"/>
    <p:sldId id="268" r:id="rId9"/>
    <p:sldId id="261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7F63"/>
    <a:srgbClr val="4960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>
        <p:scale>
          <a:sx n="50" d="100"/>
          <a:sy n="50" d="100"/>
        </p:scale>
        <p:origin x="1386" y="13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8D3DC-C3A5-4BB0-A509-7EA8E98E9A54}" type="datetimeFigureOut">
              <a:rPr lang="de-DE" smtClean="0"/>
              <a:t>02.11.2020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D8641-0A0B-4388-BAA6-D8FA08FD80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333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52FE770-E0D2-4419-A252-3771C9401F80}" type="datetimeFigureOut">
              <a:rPr lang="de-DE" smtClean="0"/>
              <a:t>02.11.2020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60018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02.11.2020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785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02.11.2020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8581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02.11.2020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3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02.11.2020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7168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02.11.2020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3578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02.11.2020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72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02.11.2020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6695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02.11.2020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152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02.11.2020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40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02.11.2020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96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52FE770-E0D2-4419-A252-3771C9401F80}" type="datetimeFigureOut">
              <a:rPr lang="de-DE" smtClean="0"/>
              <a:t>02.11.2020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560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06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BBDC9D95-C2D7-4C4A-8BFF-F15F103132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69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>
                <a:solidFill>
                  <a:schemeClr val="tx1">
                    <a:alpha val="80000"/>
                  </a:schemeClr>
                </a:solidFill>
              </a:rPr>
              <a:t>Wer sind wir?</a:t>
            </a:r>
            <a:endParaRPr lang="en-US" sz="6600" spc="2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807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7F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DD7AA26-52C7-4759-880F-5BDA897B8ECA}"/>
              </a:ext>
            </a:extLst>
          </p:cNvPr>
          <p:cNvSpPr txBox="1"/>
          <p:nvPr/>
        </p:nvSpPr>
        <p:spPr>
          <a:xfrm>
            <a:off x="2162175" y="1951672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/>
              <a:t>Teammitglieder:</a:t>
            </a:r>
          </a:p>
          <a:p>
            <a:r>
              <a:rPr lang="de-DE" sz="2400" dirty="0"/>
              <a:t>Leon Schwarz – CEO/Teamleitung</a:t>
            </a:r>
          </a:p>
          <a:p>
            <a:r>
              <a:rPr lang="de-DE" sz="2400" dirty="0"/>
              <a:t>Pascal </a:t>
            </a:r>
            <a:r>
              <a:rPr lang="de-DE" sz="2400" dirty="0" err="1"/>
              <a:t>Roschkowski</a:t>
            </a:r>
            <a:r>
              <a:rPr lang="de-DE" sz="2400" dirty="0"/>
              <a:t> – Controlling/Marktanalyse</a:t>
            </a:r>
          </a:p>
          <a:p>
            <a:r>
              <a:rPr lang="de-DE" sz="2400" dirty="0"/>
              <a:t>Tobias </a:t>
            </a:r>
            <a:r>
              <a:rPr lang="de-DE" sz="2400" dirty="0" err="1"/>
              <a:t>Röbke</a:t>
            </a:r>
            <a:r>
              <a:rPr lang="de-DE" sz="2400" dirty="0"/>
              <a:t> – technischer Leiter</a:t>
            </a:r>
          </a:p>
          <a:p>
            <a:r>
              <a:rPr lang="de-DE" sz="2400" dirty="0"/>
              <a:t>Philipp Otto – Marketing </a:t>
            </a:r>
          </a:p>
        </p:txBody>
      </p:sp>
    </p:spTree>
    <p:extLst>
      <p:ext uri="{BB962C8B-B14F-4D97-AF65-F5344CB8AC3E}">
        <p14:creationId xmlns:p14="http://schemas.microsoft.com/office/powerpoint/2010/main" val="3606124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Was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wollen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wir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325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 descr="Ein Bild, das draußen, Wasser, Berg, Gras enthält.&#10;&#10;Automatisch generierte Beschreibung">
            <a:extLst>
              <a:ext uri="{FF2B5EF4-FFF2-40B4-BE49-F238E27FC236}">
                <a16:creationId xmlns:a16="http://schemas.microsoft.com/office/drawing/2014/main" id="{8DA7F572-34D0-4D64-92A6-E64E642B73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65" r="1" b="1"/>
          <a:stretch/>
        </p:blipFill>
        <p:spPr>
          <a:xfrm>
            <a:off x="4444884" y="2649653"/>
            <a:ext cx="7223346" cy="3690187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F822A53-A493-4044-BD01-4DFD2A4FF408}"/>
              </a:ext>
            </a:extLst>
          </p:cNvPr>
          <p:cNvSpPr txBox="1"/>
          <p:nvPr/>
        </p:nvSpPr>
        <p:spPr>
          <a:xfrm>
            <a:off x="841269" y="1057989"/>
            <a:ext cx="360361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Der Druck auf die Landwirtschaft steigt. </a:t>
            </a:r>
          </a:p>
          <a:p>
            <a:r>
              <a:rPr lang="de-DE" sz="2400" dirty="0"/>
              <a:t>Landwirte müssen immer effizienter Arbeiten, dazu verwenden sie hohe Mengen an: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Düngemittel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Pestiziden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Monokulturen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E5BA07F-D363-47B9-8C20-A341C7F1640B}"/>
              </a:ext>
            </a:extLst>
          </p:cNvPr>
          <p:cNvSpPr txBox="1"/>
          <p:nvPr/>
        </p:nvSpPr>
        <p:spPr>
          <a:xfrm>
            <a:off x="9985964" y="2334946"/>
            <a:ext cx="1752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i="1" dirty="0"/>
              <a:t>Quelle: Greenpeace</a:t>
            </a:r>
          </a:p>
        </p:txBody>
      </p:sp>
    </p:spTree>
    <p:extLst>
      <p:ext uri="{BB962C8B-B14F-4D97-AF65-F5344CB8AC3E}">
        <p14:creationId xmlns:p14="http://schemas.microsoft.com/office/powerpoint/2010/main" val="3849919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C5794B7-D8CC-47FD-AB0D-EF8BB287977E}"/>
              </a:ext>
            </a:extLst>
          </p:cNvPr>
          <p:cNvSpPr txBox="1"/>
          <p:nvPr/>
        </p:nvSpPr>
        <p:spPr>
          <a:xfrm>
            <a:off x="2135436" y="2598003"/>
            <a:ext cx="792112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Unser oberstes Ziel:</a:t>
            </a:r>
          </a:p>
          <a:p>
            <a:r>
              <a:rPr lang="de-DE" sz="2400" dirty="0"/>
              <a:t>Reduzierung der agrartechnisch genutzten Flächen, durch Erschließung der Meere als Zusätzliches Anbaugebiet.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82359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72A430D-28A1-4BB7-841E-BD1F53E374E3}"/>
              </a:ext>
            </a:extLst>
          </p:cNvPr>
          <p:cNvSpPr txBox="1"/>
          <p:nvPr/>
        </p:nvSpPr>
        <p:spPr>
          <a:xfrm>
            <a:off x="4501696" y="787836"/>
            <a:ext cx="31886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/>
              <a:t>Algenfarmen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C82ED93-E354-498B-A3BB-5639C37D017E}"/>
              </a:ext>
            </a:extLst>
          </p:cNvPr>
          <p:cNvSpPr txBox="1"/>
          <p:nvPr/>
        </p:nvSpPr>
        <p:spPr>
          <a:xfrm>
            <a:off x="2910042" y="2136338"/>
            <a:ext cx="25954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Algen enthalten: 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Proteine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Minerale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Ballaststoffe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Fettsäuren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Jod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Vitamin A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Eisen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etc.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0E098A9-A343-4108-A779-78290CB4960E}"/>
              </a:ext>
            </a:extLst>
          </p:cNvPr>
          <p:cNvSpPr txBox="1"/>
          <p:nvPr/>
        </p:nvSpPr>
        <p:spPr>
          <a:xfrm>
            <a:off x="6877050" y="2136338"/>
            <a:ext cx="36195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Algen können: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Gut getrocknet werden</a:t>
            </a:r>
          </a:p>
          <a:p>
            <a:pPr marL="742950" lvl="1" indent="-285750">
              <a:buFontTx/>
              <a:buChar char="-"/>
            </a:pPr>
            <a:r>
              <a:rPr lang="de-DE" sz="2400" dirty="0"/>
              <a:t>Lange haltbar</a:t>
            </a:r>
          </a:p>
          <a:p>
            <a:pPr marL="742950" lvl="1" indent="-285750">
              <a:buFontTx/>
              <a:buChar char="-"/>
            </a:pPr>
            <a:r>
              <a:rPr lang="de-DE" sz="2400" dirty="0"/>
              <a:t>Leicht zu transportieren</a:t>
            </a:r>
          </a:p>
          <a:p>
            <a:pPr marL="742950" lvl="1" indent="-285750">
              <a:buFontTx/>
              <a:buChar char="-"/>
            </a:pPr>
            <a:r>
              <a:rPr lang="de-DE" sz="2400" dirty="0"/>
              <a:t>Leicht zu verarbeiten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Verhindern Überdüngung der Meere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742950" lvl="1" indent="-285750">
              <a:buFontTx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21768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>
                <a:solidFill>
                  <a:schemeClr val="tx1">
                    <a:alpha val="80000"/>
                  </a:schemeClr>
                </a:solidFill>
              </a:rPr>
              <a:t>Wie können wir das erreichen?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4392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39C9EF2-E6A7-489D-B2CF-FE6C2DC73D3F}"/>
              </a:ext>
            </a:extLst>
          </p:cNvPr>
          <p:cNvSpPr txBox="1"/>
          <p:nvPr/>
        </p:nvSpPr>
        <p:spPr>
          <a:xfrm>
            <a:off x="1069371" y="881048"/>
            <a:ext cx="632949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/>
              <a:t>Problematik: 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Bisher keine Automatisierung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Hohe Kosten durch Personaleinsatz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Ernte nur bei guten Wetterbedingungen möglich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F86A8BC-7A86-4EF9-B1BD-03D8ABF31B36}"/>
              </a:ext>
            </a:extLst>
          </p:cNvPr>
          <p:cNvSpPr txBox="1"/>
          <p:nvPr/>
        </p:nvSpPr>
        <p:spPr>
          <a:xfrm>
            <a:off x="2663746" y="3428999"/>
            <a:ext cx="6864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solidFill>
                  <a:srgbClr val="C17F63"/>
                </a:solidFill>
              </a:rPr>
              <a:t>Limitierende Faktoren, die die Effektivität einschränken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0112DDD-844A-4A9C-B809-2881602135F9}"/>
              </a:ext>
            </a:extLst>
          </p:cNvPr>
          <p:cNvSpPr txBox="1"/>
          <p:nvPr/>
        </p:nvSpPr>
        <p:spPr>
          <a:xfrm>
            <a:off x="1069371" y="4345074"/>
            <a:ext cx="8902052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/>
              <a:t>Unsere Lösung:</a:t>
            </a:r>
          </a:p>
          <a:p>
            <a:r>
              <a:rPr lang="de-DE" sz="2400" dirty="0"/>
              <a:t>Ein System aus Unterwasserdrohnen automatisiert die Aussaat und Ernte</a:t>
            </a:r>
          </a:p>
          <a:p>
            <a:endParaRPr lang="de-DE" dirty="0"/>
          </a:p>
        </p:txBody>
      </p:sp>
      <p:sp>
        <p:nvSpPr>
          <p:cNvPr id="9" name="Pfeil: nach unten 8">
            <a:extLst>
              <a:ext uri="{FF2B5EF4-FFF2-40B4-BE49-F238E27FC236}">
                <a16:creationId xmlns:a16="http://schemas.microsoft.com/office/drawing/2014/main" id="{225B3035-545B-46CF-810B-8B3302F69669}"/>
              </a:ext>
            </a:extLst>
          </p:cNvPr>
          <p:cNvSpPr/>
          <p:nvPr/>
        </p:nvSpPr>
        <p:spPr>
          <a:xfrm>
            <a:off x="7391241" y="1466850"/>
            <a:ext cx="152559" cy="189143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C17F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530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Microsoft Office PowerPoint</Application>
  <PresentationFormat>Breitbild</PresentationFormat>
  <Paragraphs>39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Calibri</vt:lpstr>
      <vt:lpstr>Tw Cen MT</vt:lpstr>
      <vt:lpstr>Tw Cen MT Condensed</vt:lpstr>
      <vt:lpstr>Wingdings 3</vt:lpstr>
      <vt:lpstr>Integral</vt:lpstr>
      <vt:lpstr>PowerPoint-Präsentation</vt:lpstr>
      <vt:lpstr>PowerPoint-Präsentation</vt:lpstr>
      <vt:lpstr>Wer sind wir?</vt:lpstr>
      <vt:lpstr>PowerPoint-Präsentation</vt:lpstr>
      <vt:lpstr>Was wollen wir?</vt:lpstr>
      <vt:lpstr>PowerPoint-Präsentation</vt:lpstr>
      <vt:lpstr>PowerPoint-Präsentation</vt:lpstr>
      <vt:lpstr>PowerPoint-Präsentation</vt:lpstr>
      <vt:lpstr>Wie können wir das erreichen?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Otto, Philipp Julian</dc:creator>
  <cp:lastModifiedBy>Otto, Philipp Julian</cp:lastModifiedBy>
  <cp:revision>9</cp:revision>
  <dcterms:created xsi:type="dcterms:W3CDTF">2020-11-02T11:25:11Z</dcterms:created>
  <dcterms:modified xsi:type="dcterms:W3CDTF">2020-11-02T14:38:58Z</dcterms:modified>
</cp:coreProperties>
</file>