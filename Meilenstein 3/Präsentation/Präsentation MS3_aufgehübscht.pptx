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24"/>
  </p:notesMasterIdLst>
  <p:sldIdLst>
    <p:sldId id="256" r:id="rId2"/>
    <p:sldId id="259" r:id="rId3"/>
    <p:sldId id="265" r:id="rId4"/>
    <p:sldId id="282" r:id="rId5"/>
    <p:sldId id="283" r:id="rId6"/>
    <p:sldId id="305" r:id="rId7"/>
    <p:sldId id="294" r:id="rId8"/>
    <p:sldId id="295" r:id="rId9"/>
    <p:sldId id="306" r:id="rId10"/>
    <p:sldId id="296" r:id="rId11"/>
    <p:sldId id="297" r:id="rId12"/>
    <p:sldId id="298" r:id="rId13"/>
    <p:sldId id="299" r:id="rId14"/>
    <p:sldId id="300" r:id="rId15"/>
    <p:sldId id="301" r:id="rId16"/>
    <p:sldId id="302" r:id="rId17"/>
    <p:sldId id="293" r:id="rId18"/>
    <p:sldId id="303" r:id="rId19"/>
    <p:sldId id="304" r:id="rId20"/>
    <p:sldId id="272" r:id="rId21"/>
    <p:sldId id="286" r:id="rId22"/>
    <p:sldId id="292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17F63"/>
    <a:srgbClr val="4960A6"/>
    <a:srgbClr val="2E2B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978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11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88D3DC-C3A5-4BB0-A509-7EA8E98E9A54}" type="datetimeFigureOut">
              <a:rPr lang="de-DE" smtClean="0"/>
              <a:t>04.01.2021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DD8641-0A0B-4388-BAA6-D8FA08FD800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333303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052FE770-E0D2-4419-A252-3771C9401F80}" type="datetimeFigureOut">
              <a:rPr lang="de-DE" smtClean="0"/>
              <a:t>04.01.2021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-1"/>
            <a:ext cx="12192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060018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04.01.2021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07859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04.01.2021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885811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04.01.2021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3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>
                    <a:lumMod val="7500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04.01.2021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57168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04.01.2021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43578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04.01.2021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37233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04.01.2021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6695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04.01.2021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7152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04.01.2021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64407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04.01.2021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  <p:cxnSp>
        <p:nvCxnSpPr>
          <p:cNvPr id="8" name="Straight Connector 7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3968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052FE770-E0D2-4419-A252-3771C9401F80}" type="datetimeFigureOut">
              <a:rPr lang="de-DE" smtClean="0"/>
              <a:t>04.01.2021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75604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4" Type="http://schemas.microsoft.com/office/2007/relationships/hdphoto" Target="../media/hdphoto2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Relationship Id="rId5" Type="http://schemas.microsoft.com/office/2007/relationships/hdphoto" Target="../media/hdphoto3.wdp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Relationship Id="rId5" Type="http://schemas.microsoft.com/office/2007/relationships/hdphoto" Target="../media/hdphoto4.wdp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Relationship Id="rId5" Type="http://schemas.microsoft.com/office/2007/relationships/hdphoto" Target="../media/hdphoto5.wdp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microsoft.com/office/2007/relationships/hdphoto" Target="../media/hdphoto6.wd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microsoft.com/office/2007/relationships/hdphoto" Target="../media/hdphoto7.wdp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Relationship Id="rId5" Type="http://schemas.microsoft.com/office/2007/relationships/hdphoto" Target="../media/hdphoto8.wdp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microsoft.com/office/2007/relationships/hdphoto" Target="../media/hdphoto9.wdp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0.wdp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4960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723B6203-3323-4168-A356-6BCF681C60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5695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960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CED2307-F79F-42F9-B81B-91F768E72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E5DB38FF-CE38-4D82-B9F2-DFE28A0194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A28970-3E8F-46CD-A302-42EE83668B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EE936F0-62E4-40F1-BA06-11DDD134B51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3467" y="643467"/>
            <a:ext cx="7164674" cy="557106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6600" spc="200" dirty="0" err="1">
                <a:solidFill>
                  <a:schemeClr val="tx1">
                    <a:alpha val="80000"/>
                  </a:schemeClr>
                </a:solidFill>
              </a:rPr>
              <a:t>Wer</a:t>
            </a:r>
            <a:r>
              <a:rPr lang="en-US" sz="6600" spc="2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6600" spc="200" dirty="0" err="1">
                <a:solidFill>
                  <a:schemeClr val="tx1">
                    <a:alpha val="80000"/>
                  </a:schemeClr>
                </a:solidFill>
              </a:rPr>
              <a:t>sind</a:t>
            </a:r>
            <a:r>
              <a:rPr lang="en-US" sz="6600" spc="2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6600" spc="200" dirty="0" err="1">
                <a:solidFill>
                  <a:schemeClr val="tx1">
                    <a:alpha val="80000"/>
                  </a:schemeClr>
                </a:solidFill>
              </a:rPr>
              <a:t>wir</a:t>
            </a:r>
            <a:r>
              <a:rPr lang="en-US" sz="6600" spc="200" dirty="0">
                <a:solidFill>
                  <a:schemeClr val="tx1">
                    <a:alpha val="80000"/>
                  </a:schemeClr>
                </a:solidFill>
              </a:rPr>
              <a:t>?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7AE7893-212D-45CB-A5B0-AE377389AB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39605" y="1600200"/>
            <a:ext cx="0" cy="36576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28077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17F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4B3F5F5-166C-4694-B20A-3F8218AF7D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E67A204-FB90-4B26-B155-3FA8064AD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chemeClr val="bg1"/>
          </a:solidFill>
          <a:ln w="22225">
            <a:solidFill>
              <a:srgbClr val="C17F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7DD7AA26-52C7-4759-880F-5BDA897B8ECA}"/>
              </a:ext>
            </a:extLst>
          </p:cNvPr>
          <p:cNvSpPr txBox="1"/>
          <p:nvPr/>
        </p:nvSpPr>
        <p:spPr>
          <a:xfrm>
            <a:off x="5265685" y="4282874"/>
            <a:ext cx="6096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400" dirty="0"/>
              <a:t>Leon Schwarz 		 – CEO/Teamleitung</a:t>
            </a:r>
          </a:p>
          <a:p>
            <a:r>
              <a:rPr lang="de-DE" sz="2400" dirty="0"/>
              <a:t>Pascal Roschkowski – Controlling/Marktanalyse</a:t>
            </a:r>
          </a:p>
          <a:p>
            <a:r>
              <a:rPr lang="de-DE" sz="2400" dirty="0"/>
              <a:t>Tobias Röpke 		 – technischer Leiter</a:t>
            </a:r>
          </a:p>
          <a:p>
            <a:r>
              <a:rPr lang="de-DE" sz="2400" dirty="0"/>
              <a:t>Philipp Otto 		 – Marketing 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88C79558-5612-4207-B3A0-B6CDBEEE295F}"/>
              </a:ext>
            </a:extLst>
          </p:cNvPr>
          <p:cNvSpPr txBox="1"/>
          <p:nvPr/>
        </p:nvSpPr>
        <p:spPr>
          <a:xfrm>
            <a:off x="1083430" y="3913541"/>
            <a:ext cx="387292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Gründung: 		Oktober 2020</a:t>
            </a:r>
          </a:p>
          <a:p>
            <a:r>
              <a:rPr lang="de-DE" sz="2400" dirty="0"/>
              <a:t>Mitarbeiter: 	4</a:t>
            </a:r>
          </a:p>
          <a:p>
            <a:endParaRPr lang="de-DE" sz="2400" dirty="0"/>
          </a:p>
          <a:p>
            <a:endParaRPr lang="de-DE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6392A4D7-C13D-46D3-B54C-2C678BB5956C}"/>
              </a:ext>
            </a:extLst>
          </p:cNvPr>
          <p:cNvSpPr txBox="1"/>
          <p:nvPr/>
        </p:nvSpPr>
        <p:spPr>
          <a:xfrm>
            <a:off x="3260801" y="1126390"/>
            <a:ext cx="5670398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5400" dirty="0"/>
              <a:t>				C-Tech </a:t>
            </a:r>
          </a:p>
          <a:p>
            <a:r>
              <a:rPr lang="de-DE" sz="2400" dirty="0"/>
              <a:t>„modern </a:t>
            </a:r>
            <a:r>
              <a:rPr lang="de-DE" sz="2400" dirty="0" err="1"/>
              <a:t>problems</a:t>
            </a:r>
            <a:r>
              <a:rPr lang="de-DE" sz="2400" dirty="0"/>
              <a:t> </a:t>
            </a:r>
            <a:r>
              <a:rPr lang="de-DE" sz="2400" dirty="0" err="1"/>
              <a:t>require</a:t>
            </a:r>
            <a:r>
              <a:rPr lang="de-DE" sz="2400" dirty="0"/>
              <a:t> </a:t>
            </a:r>
            <a:r>
              <a:rPr lang="de-DE" sz="2400" dirty="0" err="1"/>
              <a:t>creative</a:t>
            </a:r>
            <a:r>
              <a:rPr lang="de-DE" sz="2400" dirty="0"/>
              <a:t> </a:t>
            </a:r>
            <a:r>
              <a:rPr lang="de-DE" sz="2400" dirty="0" err="1"/>
              <a:t>solutions</a:t>
            </a:r>
            <a:r>
              <a:rPr lang="de-DE" sz="2400" dirty="0"/>
              <a:t>“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BBC71AB5-CA65-40C6-81CE-CC0F145BA1A5}"/>
              </a:ext>
            </a:extLst>
          </p:cNvPr>
          <p:cNvSpPr txBox="1"/>
          <p:nvPr/>
        </p:nvSpPr>
        <p:spPr>
          <a:xfrm>
            <a:off x="5265685" y="3913541"/>
            <a:ext cx="16043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unser Team:</a:t>
            </a:r>
          </a:p>
          <a:p>
            <a:endParaRPr lang="de-DE" sz="2400" dirty="0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8580D00A-E394-4E22-9EBC-3B743726ED1E}"/>
              </a:ext>
            </a:extLst>
          </p:cNvPr>
          <p:cNvSpPr/>
          <p:nvPr/>
        </p:nvSpPr>
        <p:spPr>
          <a:xfrm>
            <a:off x="949569" y="3913541"/>
            <a:ext cx="10304585" cy="2030059"/>
          </a:xfrm>
          <a:prstGeom prst="rect">
            <a:avLst/>
          </a:prstGeom>
          <a:noFill/>
          <a:ln>
            <a:solidFill>
              <a:srgbClr val="C17F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061242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960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CED2307-F79F-42F9-B81B-91F768E72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E5DB38FF-CE38-4D82-B9F2-DFE28A0194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A28970-3E8F-46CD-A302-42EE83668B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EE936F0-62E4-40F1-BA06-11DDD134B51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3467" y="643467"/>
            <a:ext cx="7164674" cy="557106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6600" spc="200" dirty="0">
                <a:solidFill>
                  <a:schemeClr val="tx1">
                    <a:alpha val="80000"/>
                  </a:schemeClr>
                </a:solidFill>
              </a:rPr>
              <a:t>Was </a:t>
            </a:r>
            <a:r>
              <a:rPr lang="en-US" sz="6600" spc="200" dirty="0" err="1">
                <a:solidFill>
                  <a:schemeClr val="tx1">
                    <a:alpha val="80000"/>
                  </a:schemeClr>
                </a:solidFill>
              </a:rPr>
              <a:t>machen</a:t>
            </a:r>
            <a:r>
              <a:rPr lang="en-US" sz="6600" spc="2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6600" spc="200" dirty="0" err="1">
                <a:solidFill>
                  <a:schemeClr val="tx1">
                    <a:alpha val="80000"/>
                  </a:schemeClr>
                </a:solidFill>
              </a:rPr>
              <a:t>wir</a:t>
            </a:r>
            <a:r>
              <a:rPr lang="en-US" sz="6600" spc="200" dirty="0">
                <a:solidFill>
                  <a:schemeClr val="tx1">
                    <a:alpha val="80000"/>
                  </a:schemeClr>
                </a:solidFill>
              </a:rPr>
              <a:t>?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7AE7893-212D-45CB-A5B0-AE377389AB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39605" y="1600200"/>
            <a:ext cx="0" cy="36576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97327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960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4B3F5F5-166C-4694-B20A-3F8218AF7D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E67A204-FB90-4B26-B155-3FA8064AD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chemeClr val="bg1"/>
          </a:solidFill>
          <a:ln w="22225">
            <a:solidFill>
              <a:srgbClr val="C17F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FCF3207A-A44B-4534-8EB6-8157AE90E4C4}"/>
              </a:ext>
            </a:extLst>
          </p:cNvPr>
          <p:cNvSpPr txBox="1"/>
          <p:nvPr/>
        </p:nvSpPr>
        <p:spPr>
          <a:xfrm>
            <a:off x="1892605" y="4134441"/>
            <a:ext cx="840678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dirty="0"/>
              <a:t>Unterwassserdrohne zur automatisierten </a:t>
            </a:r>
          </a:p>
          <a:p>
            <a:r>
              <a:rPr lang="de-DE" sz="4000" dirty="0"/>
              <a:t>Ernte und Aussaat von Algen 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82823CB7-D2CC-4286-86B7-F8BD1E7225CB}"/>
              </a:ext>
            </a:extLst>
          </p:cNvPr>
          <p:cNvSpPr txBox="1"/>
          <p:nvPr/>
        </p:nvSpPr>
        <p:spPr>
          <a:xfrm>
            <a:off x="1022166" y="978089"/>
            <a:ext cx="695305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de-DE" sz="2400" dirty="0"/>
              <a:t>Groß Skalierbarer Anbau von Meeresalgen</a:t>
            </a:r>
          </a:p>
          <a:p>
            <a:pPr marL="285750" indent="-285750">
              <a:buFontTx/>
              <a:buChar char="-"/>
            </a:pPr>
            <a:r>
              <a:rPr lang="de-DE" sz="2400" dirty="0"/>
              <a:t>Nutzung der Meeresflächen als Anbaugebiete</a:t>
            </a:r>
          </a:p>
          <a:p>
            <a:pPr marL="285750" indent="-285750">
              <a:buFontTx/>
              <a:buChar char="-"/>
            </a:pPr>
            <a:r>
              <a:rPr lang="de-DE" sz="2400" dirty="0"/>
              <a:t>Reduzierung der Last auf terrestrischen Agrarflächen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76FA1436-912C-4633-BB55-C233FF997032}"/>
              </a:ext>
            </a:extLst>
          </p:cNvPr>
          <p:cNvSpPr/>
          <p:nvPr/>
        </p:nvSpPr>
        <p:spPr>
          <a:xfrm>
            <a:off x="1892605" y="4134441"/>
            <a:ext cx="8343348" cy="1467369"/>
          </a:xfrm>
          <a:prstGeom prst="rect">
            <a:avLst/>
          </a:prstGeom>
          <a:noFill/>
          <a:ln>
            <a:solidFill>
              <a:srgbClr val="C17F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500505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960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4B3F5F5-166C-4694-B20A-3F8218AF7D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E67A204-FB90-4B26-B155-3FA8064AD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chemeClr val="bg1"/>
          </a:solidFill>
          <a:ln w="22225">
            <a:solidFill>
              <a:srgbClr val="C17F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D006F156-2CCE-4E77-BE8F-20899BF39273}"/>
              </a:ext>
            </a:extLst>
          </p:cNvPr>
          <p:cNvSpPr txBox="1"/>
          <p:nvPr/>
        </p:nvSpPr>
        <p:spPr>
          <a:xfrm>
            <a:off x="3209249" y="2365641"/>
            <a:ext cx="2188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Kreativitätstechniken</a:t>
            </a:r>
          </a:p>
        </p:txBody>
      </p:sp>
    </p:spTree>
    <p:extLst>
      <p:ext uri="{BB962C8B-B14F-4D97-AF65-F5344CB8AC3E}">
        <p14:creationId xmlns:p14="http://schemas.microsoft.com/office/powerpoint/2010/main" val="18340882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ABC1C011-B6CD-4804-BC99-2FB21EA1A3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2770" y="113621"/>
            <a:ext cx="7666460" cy="6630757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4F60D316-0752-4063-84C9-CD60BA5993B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197" y="-41295"/>
            <a:ext cx="12175606" cy="6899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643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F6D020B3-4EA6-45D5-8E2C-7738889199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8797" y="117606"/>
            <a:ext cx="7594405" cy="6622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8605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960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4B3F5F5-166C-4694-B20A-3F8218AF7D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E67A204-FB90-4B26-B155-3FA8064AD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chemeClr val="bg1"/>
          </a:solidFill>
          <a:ln w="22225">
            <a:solidFill>
              <a:srgbClr val="C17F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D006F156-2CCE-4E77-BE8F-20899BF39273}"/>
              </a:ext>
            </a:extLst>
          </p:cNvPr>
          <p:cNvSpPr txBox="1"/>
          <p:nvPr/>
        </p:nvSpPr>
        <p:spPr>
          <a:xfrm>
            <a:off x="3209249" y="2365641"/>
            <a:ext cx="2188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Kreativitätstechniken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1B41E7E9-E254-4553-94F4-A5521B85CF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0802" y="529223"/>
            <a:ext cx="6650396" cy="5799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0750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BCA064C7-6656-4AA6-839E-E61867CC7D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5570" y="153522"/>
            <a:ext cx="8480860" cy="6550955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8FA769FA-2ECF-4005-A7F4-D9A1D0B5804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6270"/>
            <a:ext cx="12192000" cy="6845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942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 descr="Ein Bild, das Karte, Text, Strichzeichnung enthält.&#10;&#10;Automatisch generierte Beschreibung">
            <a:extLst>
              <a:ext uri="{FF2B5EF4-FFF2-40B4-BE49-F238E27FC236}">
                <a16:creationId xmlns:a16="http://schemas.microsoft.com/office/drawing/2014/main" id="{3A1DF391-5344-4B18-B8DF-A5821B54EDF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25" y="3092650"/>
            <a:ext cx="3600000" cy="2880000"/>
          </a:xfrm>
          <a:prstGeom prst="rect">
            <a:avLst/>
          </a:prstGeom>
        </p:spPr>
      </p:pic>
      <p:pic>
        <p:nvPicPr>
          <p:cNvPr id="8" name="Grafik 7" descr="Ein Bild, das Karte, Strichzeichnung enthält.&#10;&#10;Automatisch generierte Beschreibung">
            <a:extLst>
              <a:ext uri="{FF2B5EF4-FFF2-40B4-BE49-F238E27FC236}">
                <a16:creationId xmlns:a16="http://schemas.microsoft.com/office/drawing/2014/main" id="{40E36230-98E8-489C-9A3E-EC10CAF5C1A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25" y="106325"/>
            <a:ext cx="3600000" cy="28800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14374639-D400-41F1-AEE9-C223C19644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9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9597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 descr="Ein Bild, das Karte, Text, Strichzeichnung enthält.&#10;&#10;Automatisch generierte Beschreibung">
            <a:extLst>
              <a:ext uri="{FF2B5EF4-FFF2-40B4-BE49-F238E27FC236}">
                <a16:creationId xmlns:a16="http://schemas.microsoft.com/office/drawing/2014/main" id="{330FE219-CF22-4F69-8613-A7F70B46492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230" y="85060"/>
            <a:ext cx="3600000" cy="28800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B62FF85F-1C87-4C25-AA8B-FF85654543D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230" y="3097314"/>
            <a:ext cx="3600000" cy="28800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0906151F-FD57-4F86-9F27-D634907C002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9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93" y="-47194"/>
            <a:ext cx="12183414" cy="6905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3747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 descr="Ein Bild, das Karte, Strichzeichnung, Text enthält.&#10;&#10;Automatisch generierte Beschreibung">
            <a:extLst>
              <a:ext uri="{FF2B5EF4-FFF2-40B4-BE49-F238E27FC236}">
                <a16:creationId xmlns:a16="http://schemas.microsoft.com/office/drawing/2014/main" id="{E648115D-7E87-4F1B-BAC1-A08C8FE8BB5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532" y="165469"/>
            <a:ext cx="3600000" cy="2880000"/>
          </a:xfrm>
          <a:prstGeom prst="rect">
            <a:avLst/>
          </a:prstGeom>
        </p:spPr>
      </p:pic>
      <p:pic>
        <p:nvPicPr>
          <p:cNvPr id="6" name="Grafik 5" descr="Ein Bild, das Karte, Text, Strichzeichnung enthält.&#10;&#10;Automatisch generierte Beschreibung">
            <a:extLst>
              <a:ext uri="{FF2B5EF4-FFF2-40B4-BE49-F238E27FC236}">
                <a16:creationId xmlns:a16="http://schemas.microsoft.com/office/drawing/2014/main" id="{1273501C-BA40-4D0F-A613-1D3E54735A0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532" y="3210938"/>
            <a:ext cx="3600000" cy="28800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FA334489-8643-413E-852E-F7140569D1E8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9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53" y="0"/>
            <a:ext cx="121860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2799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6A8D9346-8AF6-4658-98DB-3CFFCE5685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686" y="237660"/>
            <a:ext cx="11352628" cy="6382677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9C33CE64-8AC9-46D2-B785-9D90E52BB5E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6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1660"/>
            <a:ext cx="12192000" cy="6854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3998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A32C2FAC-D90A-421C-B436-CBAC5A9C4E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97" y="1448534"/>
            <a:ext cx="11965859" cy="3960932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E768427A-D629-4A96-8C89-9AFA64D01AF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7329"/>
          <a:stretch/>
        </p:blipFill>
        <p:spPr>
          <a:xfrm>
            <a:off x="118644" y="1448534"/>
            <a:ext cx="9892236" cy="3960932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0105AB03-2702-4E6A-8062-A61B465D140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57" y="0"/>
            <a:ext cx="121906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793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FB29C48E-025E-4D82-950C-E30D345620F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843" y="178981"/>
            <a:ext cx="3600000" cy="28800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963544F9-D872-454B-BE58-A7EB3107E24F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843" y="3231108"/>
            <a:ext cx="3600000" cy="28800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1E098469-6585-49CC-A472-5631FA803209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9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6854"/>
            <a:ext cx="12192000" cy="6844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0287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960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4B3F5F5-166C-4694-B20A-3F8218AF7D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E67A204-FB90-4B26-B155-3FA8064AD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chemeClr val="bg1"/>
          </a:solidFill>
          <a:ln w="22225">
            <a:solidFill>
              <a:srgbClr val="C17F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D006F156-2CCE-4E77-BE8F-20899BF39273}"/>
              </a:ext>
            </a:extLst>
          </p:cNvPr>
          <p:cNvSpPr txBox="1"/>
          <p:nvPr/>
        </p:nvSpPr>
        <p:spPr>
          <a:xfrm>
            <a:off x="3209249" y="2365641"/>
            <a:ext cx="2188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Ausführlich</a:t>
            </a:r>
          </a:p>
        </p:txBody>
      </p:sp>
    </p:spTree>
    <p:extLst>
      <p:ext uri="{BB962C8B-B14F-4D97-AF65-F5344CB8AC3E}">
        <p14:creationId xmlns:p14="http://schemas.microsoft.com/office/powerpoint/2010/main" val="30458938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1A60A859-D77D-44CD-9D83-0138B84D4102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184" y="150117"/>
            <a:ext cx="11711632" cy="65577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6C2C5474-8A91-4B87-8E8B-5019B9650E2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53" y="0"/>
            <a:ext cx="121860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6976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 descr="Ein Bild, das Tisch enthält.&#10;&#10;Automatisch generierte Beschreibung">
            <a:extLst>
              <a:ext uri="{FF2B5EF4-FFF2-40B4-BE49-F238E27FC236}">
                <a16:creationId xmlns:a16="http://schemas.microsoft.com/office/drawing/2014/main" id="{23AE86BE-0405-4A48-86E2-A1AF67AC6D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8756" y="112838"/>
            <a:ext cx="7734488" cy="6632323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8A703D21-AEBA-4001-A1D2-271961FE22B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8390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960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4B3F5F5-166C-4694-B20A-3F8218AF7D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E67A204-FB90-4B26-B155-3FA8064AD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chemeClr val="bg1"/>
          </a:solidFill>
          <a:ln w="22225">
            <a:solidFill>
              <a:srgbClr val="C17F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D64EE381-6CA3-448B-B861-218962D3B872}"/>
              </a:ext>
            </a:extLst>
          </p:cNvPr>
          <p:cNvSpPr txBox="1"/>
          <p:nvPr/>
        </p:nvSpPr>
        <p:spPr>
          <a:xfrm>
            <a:off x="3348292" y="3167390"/>
            <a:ext cx="55739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Vielen Dank für eure Aufmerksamkeit!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2BA26A6C-515C-480A-B62F-3125AFB1330E}"/>
              </a:ext>
            </a:extLst>
          </p:cNvPr>
          <p:cNvSpPr txBox="1"/>
          <p:nvPr/>
        </p:nvSpPr>
        <p:spPr>
          <a:xfrm>
            <a:off x="4705972" y="3198167"/>
            <a:ext cx="27800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Gibt es noch Fragen?</a:t>
            </a:r>
          </a:p>
        </p:txBody>
      </p:sp>
    </p:spTree>
    <p:extLst>
      <p:ext uri="{BB962C8B-B14F-4D97-AF65-F5344CB8AC3E}">
        <p14:creationId xmlns:p14="http://schemas.microsoft.com/office/powerpoint/2010/main" val="2008919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CED2307-F79F-42F9-B81B-91F768E72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E5DB38FF-CE38-4D82-B9F2-DFE28A0194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A28970-3E8F-46CD-A302-42EE83668B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EE936F0-62E4-40F1-BA06-11DDD134B51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327356" y="643467"/>
            <a:ext cx="6480786" cy="557106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6600" spc="200" dirty="0">
                <a:solidFill>
                  <a:schemeClr val="tx1">
                    <a:alpha val="80000"/>
                  </a:schemeClr>
                </a:solidFill>
              </a:rPr>
              <a:t>Morphologischer kasten 2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7AE7893-212D-45CB-A5B0-AE377389AB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39605" y="1600200"/>
            <a:ext cx="0" cy="36576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7059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4960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4B3F5F5-166C-4694-B20A-3F8218AF7D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E67A204-FB90-4B26-B155-3FA8064AD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chemeClr val="bg1"/>
          </a:solidFill>
          <a:ln w="22225">
            <a:solidFill>
              <a:srgbClr val="C17F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49761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rgbClr val="2E2B21"/>
      </a:dk1>
      <a:lt1>
        <a:srgbClr val="FFFFFF"/>
      </a:lt1>
      <a:dk2>
        <a:srgbClr val="605B4F"/>
      </a:dk2>
      <a:lt2>
        <a:srgbClr val="D8D6BE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4825F1AF-8DBC-4E3D-9F3D-688338DA83FC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</Words>
  <Application>Microsoft Office PowerPoint</Application>
  <PresentationFormat>Breitbild</PresentationFormat>
  <Paragraphs>22</Paragraphs>
  <Slides>22</Slides>
  <Notes>0</Notes>
  <HiddenSlides>2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22</vt:i4>
      </vt:variant>
    </vt:vector>
  </HeadingPairs>
  <TitlesOfParts>
    <vt:vector size="27" baseType="lpstr">
      <vt:lpstr>Calibri</vt:lpstr>
      <vt:lpstr>Tw Cen MT</vt:lpstr>
      <vt:lpstr>Tw Cen MT Condensed</vt:lpstr>
      <vt:lpstr>Wingdings 3</vt:lpstr>
      <vt:lpstr>Integral</vt:lpstr>
      <vt:lpstr>PowerPoint-Präsentation</vt:lpstr>
      <vt:lpstr>Wer sind wir?</vt:lpstr>
      <vt:lpstr>PowerPoint-Präsentation</vt:lpstr>
      <vt:lpstr>Was machen wir?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Morphologischer kasten 2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Otto, Philipp Julian</dc:creator>
  <cp:lastModifiedBy>Otto, Philipp Julian</cp:lastModifiedBy>
  <cp:revision>44</cp:revision>
  <dcterms:created xsi:type="dcterms:W3CDTF">2020-12-05T12:56:40Z</dcterms:created>
  <dcterms:modified xsi:type="dcterms:W3CDTF">2021-01-04T11:51:39Z</dcterms:modified>
</cp:coreProperties>
</file>