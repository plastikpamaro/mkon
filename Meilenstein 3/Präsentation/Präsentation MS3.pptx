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20"/>
  </p:notesMasterIdLst>
  <p:sldIdLst>
    <p:sldId id="256" r:id="rId2"/>
    <p:sldId id="259" r:id="rId3"/>
    <p:sldId id="265" r:id="rId4"/>
    <p:sldId id="282" r:id="rId5"/>
    <p:sldId id="283" r:id="rId6"/>
    <p:sldId id="292" r:id="rId7"/>
    <p:sldId id="284" r:id="rId8"/>
    <p:sldId id="288" r:id="rId9"/>
    <p:sldId id="291" r:id="rId10"/>
    <p:sldId id="285" r:id="rId11"/>
    <p:sldId id="289" r:id="rId12"/>
    <p:sldId id="293" r:id="rId13"/>
    <p:sldId id="274" r:id="rId14"/>
    <p:sldId id="276" r:id="rId15"/>
    <p:sldId id="290" r:id="rId16"/>
    <p:sldId id="294" r:id="rId17"/>
    <p:sldId id="275" r:id="rId18"/>
    <p:sldId id="29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60A6"/>
    <a:srgbClr val="2E2B21"/>
    <a:srgbClr val="C17F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54" autoAdjust="0"/>
    <p:restoredTop sz="94660"/>
  </p:normalViewPr>
  <p:slideViewPr>
    <p:cSldViewPr snapToGrid="0">
      <p:cViewPr varScale="1">
        <p:scale>
          <a:sx n="83" d="100"/>
          <a:sy n="83" d="100"/>
        </p:scale>
        <p:origin x="114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88D3DC-C3A5-4BB0-A509-7EA8E98E9A54}" type="datetimeFigureOut">
              <a:rPr lang="de-DE" smtClean="0"/>
              <a:t>03.01.2021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D8641-0A0B-4388-BAA6-D8FA08FD80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333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52FE770-E0D2-4419-A252-3771C9401F80}" type="datetimeFigureOut">
              <a:rPr lang="de-DE" smtClean="0"/>
              <a:t>03.01.2021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60018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03.01.2021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7859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03.01.2021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85811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03.01.2021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3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03.01.2021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7168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03.01.2021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3578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03.01.2021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3723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03.01.2021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6695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03.01.2021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152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03.01.2021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4407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03.01.2021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968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52FE770-E0D2-4419-A252-3771C9401F80}" type="datetimeFigureOut">
              <a:rPr lang="de-DE" smtClean="0"/>
              <a:t>03.01.2021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5604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23B6203-3323-4168-A356-6BCF681C6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69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Wer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sind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wir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22807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7DD7AA26-52C7-4759-880F-5BDA897B8ECA}"/>
              </a:ext>
            </a:extLst>
          </p:cNvPr>
          <p:cNvSpPr txBox="1"/>
          <p:nvPr/>
        </p:nvSpPr>
        <p:spPr>
          <a:xfrm>
            <a:off x="5738241" y="4125980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/>
              <a:t>Leon Schwarz 		 – CEO/Teamleitung</a:t>
            </a:r>
          </a:p>
          <a:p>
            <a:r>
              <a:rPr lang="de-DE" sz="2400" dirty="0"/>
              <a:t>Pascal Roschkowski – Controlling/Marktanalyse</a:t>
            </a:r>
          </a:p>
          <a:p>
            <a:r>
              <a:rPr lang="de-DE" sz="2400" dirty="0"/>
              <a:t>Tobias Röpke 		 – technischer Leiter</a:t>
            </a:r>
          </a:p>
          <a:p>
            <a:r>
              <a:rPr lang="de-DE" sz="2400" dirty="0"/>
              <a:t>Philipp Otto 		 – Marketing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8C79558-5612-4207-B3A0-B6CDBEEE295F}"/>
              </a:ext>
            </a:extLst>
          </p:cNvPr>
          <p:cNvSpPr txBox="1"/>
          <p:nvPr/>
        </p:nvSpPr>
        <p:spPr>
          <a:xfrm>
            <a:off x="721119" y="4172146"/>
            <a:ext cx="477861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Gründung: 		Oktober 2020</a:t>
            </a:r>
          </a:p>
          <a:p>
            <a:r>
              <a:rPr lang="de-DE" sz="2400" dirty="0"/>
              <a:t>Mitarbeiter: 	4</a:t>
            </a:r>
          </a:p>
          <a:p>
            <a:r>
              <a:rPr lang="de-DE" sz="2400" dirty="0"/>
              <a:t>geschätzter 	Firmenwert: 200.000€</a:t>
            </a:r>
          </a:p>
          <a:p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392A4D7-C13D-46D3-B54C-2C678BB5956C}"/>
              </a:ext>
            </a:extLst>
          </p:cNvPr>
          <p:cNvSpPr txBox="1"/>
          <p:nvPr/>
        </p:nvSpPr>
        <p:spPr>
          <a:xfrm>
            <a:off x="3260801" y="1126390"/>
            <a:ext cx="5670398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5400" dirty="0"/>
              <a:t>				C-Tech </a:t>
            </a:r>
          </a:p>
          <a:p>
            <a:r>
              <a:rPr lang="de-DE" sz="2400" dirty="0"/>
              <a:t>„modern </a:t>
            </a:r>
            <a:r>
              <a:rPr lang="de-DE" sz="2400" dirty="0" err="1"/>
              <a:t>problems</a:t>
            </a:r>
            <a:r>
              <a:rPr lang="de-DE" sz="2400" dirty="0"/>
              <a:t> </a:t>
            </a:r>
            <a:r>
              <a:rPr lang="de-DE" sz="2400" dirty="0" err="1"/>
              <a:t>require</a:t>
            </a:r>
            <a:r>
              <a:rPr lang="de-DE" sz="2400" dirty="0"/>
              <a:t> </a:t>
            </a:r>
            <a:r>
              <a:rPr lang="de-DE" sz="2400" dirty="0" err="1"/>
              <a:t>creative</a:t>
            </a:r>
            <a:r>
              <a:rPr lang="de-DE" sz="2400" dirty="0"/>
              <a:t> </a:t>
            </a:r>
            <a:r>
              <a:rPr lang="de-DE" sz="2400" dirty="0" err="1"/>
              <a:t>solutions</a:t>
            </a:r>
            <a:r>
              <a:rPr lang="de-DE" sz="2400" dirty="0"/>
              <a:t>“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BC71AB5-CA65-40C6-81CE-CC0F145BA1A5}"/>
              </a:ext>
            </a:extLst>
          </p:cNvPr>
          <p:cNvSpPr txBox="1"/>
          <p:nvPr/>
        </p:nvSpPr>
        <p:spPr>
          <a:xfrm>
            <a:off x="5738241" y="3756647"/>
            <a:ext cx="16043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unser Team:</a:t>
            </a:r>
          </a:p>
          <a:p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3606124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Was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machen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wir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59732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FCF3207A-A44B-4534-8EB6-8157AE90E4C4}"/>
              </a:ext>
            </a:extLst>
          </p:cNvPr>
          <p:cNvSpPr txBox="1"/>
          <p:nvPr/>
        </p:nvSpPr>
        <p:spPr>
          <a:xfrm>
            <a:off x="1892605" y="2767280"/>
            <a:ext cx="84067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Unterwassserdrohne zur automatisierten </a:t>
            </a:r>
          </a:p>
          <a:p>
            <a:r>
              <a:rPr lang="de-DE" sz="4000" dirty="0"/>
              <a:t>Ernte und Aussaat von Algen </a:t>
            </a:r>
          </a:p>
        </p:txBody>
      </p:sp>
    </p:spTree>
    <p:extLst>
      <p:ext uri="{BB962C8B-B14F-4D97-AF65-F5344CB8AC3E}">
        <p14:creationId xmlns:p14="http://schemas.microsoft.com/office/powerpoint/2010/main" val="1250050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FCF3207A-A44B-4534-8EB6-8157AE90E4C4}"/>
              </a:ext>
            </a:extLst>
          </p:cNvPr>
          <p:cNvSpPr txBox="1"/>
          <p:nvPr/>
        </p:nvSpPr>
        <p:spPr>
          <a:xfrm>
            <a:off x="1892605" y="2767280"/>
            <a:ext cx="55819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Kreativität (sofern sinnvoll)</a:t>
            </a:r>
          </a:p>
        </p:txBody>
      </p:sp>
    </p:spTree>
    <p:extLst>
      <p:ext uri="{BB962C8B-B14F-4D97-AF65-F5344CB8AC3E}">
        <p14:creationId xmlns:p14="http://schemas.microsoft.com/office/powerpoint/2010/main" val="2709111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FCF3207A-A44B-4534-8EB6-8157AE90E4C4}"/>
              </a:ext>
            </a:extLst>
          </p:cNvPr>
          <p:cNvSpPr txBox="1"/>
          <p:nvPr/>
        </p:nvSpPr>
        <p:spPr>
          <a:xfrm>
            <a:off x="359080" y="389066"/>
            <a:ext cx="28368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Morph Box 1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C0C2ACA-8A11-40E7-BABC-C50E1372E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7225" y="389066"/>
            <a:ext cx="7136278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415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FCF3207A-A44B-4534-8EB6-8157AE90E4C4}"/>
              </a:ext>
            </a:extLst>
          </p:cNvPr>
          <p:cNvSpPr txBox="1"/>
          <p:nvPr/>
        </p:nvSpPr>
        <p:spPr>
          <a:xfrm>
            <a:off x="511480" y="452705"/>
            <a:ext cx="28368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Morph Box 1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592ABC7-5478-44A3-8D8F-271291F19E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407" y="368364"/>
            <a:ext cx="7019312" cy="612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844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FCF3207A-A44B-4534-8EB6-8157AE90E4C4}"/>
              </a:ext>
            </a:extLst>
          </p:cNvPr>
          <p:cNvSpPr txBox="1"/>
          <p:nvPr/>
        </p:nvSpPr>
        <p:spPr>
          <a:xfrm>
            <a:off x="1431498" y="2721114"/>
            <a:ext cx="54001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b="1" dirty="0"/>
              <a:t>Variation der Gestaltung</a:t>
            </a:r>
          </a:p>
        </p:txBody>
      </p:sp>
    </p:spTree>
    <p:extLst>
      <p:ext uri="{BB962C8B-B14F-4D97-AF65-F5344CB8AC3E}">
        <p14:creationId xmlns:p14="http://schemas.microsoft.com/office/powerpoint/2010/main" val="3829770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FCF3207A-A44B-4534-8EB6-8157AE90E4C4}"/>
              </a:ext>
            </a:extLst>
          </p:cNvPr>
          <p:cNvSpPr txBox="1"/>
          <p:nvPr/>
        </p:nvSpPr>
        <p:spPr>
          <a:xfrm>
            <a:off x="1892605" y="2767280"/>
            <a:ext cx="645292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Konzeptvorstellung </a:t>
            </a:r>
            <a:r>
              <a:rPr lang="de-DE" sz="4000" b="1" dirty="0"/>
              <a:t>mit Bildern</a:t>
            </a:r>
          </a:p>
          <a:p>
            <a:r>
              <a:rPr lang="de-DE" sz="4000" b="1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430587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FCF3207A-A44B-4534-8EB6-8157AE90E4C4}"/>
              </a:ext>
            </a:extLst>
          </p:cNvPr>
          <p:cNvSpPr txBox="1"/>
          <p:nvPr/>
        </p:nvSpPr>
        <p:spPr>
          <a:xfrm>
            <a:off x="1892605" y="2767280"/>
            <a:ext cx="645292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Konzeptvorstellung </a:t>
            </a:r>
            <a:r>
              <a:rPr lang="de-DE" sz="4000" b="1" dirty="0"/>
              <a:t>mit Bildern</a:t>
            </a:r>
          </a:p>
          <a:p>
            <a:r>
              <a:rPr lang="de-DE" sz="4000" b="1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837488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FCF3207A-A44B-4534-8EB6-8157AE90E4C4}"/>
              </a:ext>
            </a:extLst>
          </p:cNvPr>
          <p:cNvSpPr txBox="1"/>
          <p:nvPr/>
        </p:nvSpPr>
        <p:spPr>
          <a:xfrm>
            <a:off x="1892605" y="2767280"/>
            <a:ext cx="645292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Konzeptvorstellung </a:t>
            </a:r>
            <a:r>
              <a:rPr lang="de-DE" sz="4000" b="1" dirty="0"/>
              <a:t>mit Bildern</a:t>
            </a:r>
          </a:p>
          <a:p>
            <a:r>
              <a:rPr lang="de-DE" sz="4000" b="1" dirty="0"/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1154427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1CF4895-9E43-4451-AD30-62BB9C62C0DB}"/>
              </a:ext>
            </a:extLst>
          </p:cNvPr>
          <p:cNvSpPr txBox="1"/>
          <p:nvPr/>
        </p:nvSpPr>
        <p:spPr>
          <a:xfrm>
            <a:off x="685800" y="7955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E7218E4-1BB5-4B17-9528-7BE6939F84B5}"/>
              </a:ext>
            </a:extLst>
          </p:cNvPr>
          <p:cNvSpPr txBox="1"/>
          <p:nvPr/>
        </p:nvSpPr>
        <p:spPr>
          <a:xfrm>
            <a:off x="750277" y="461108"/>
            <a:ext cx="2508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Bewertungskrierien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0C3492D-F720-4E24-A271-4D31E82376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055" y="1000707"/>
            <a:ext cx="8964145" cy="48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916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1CF4895-9E43-4451-AD30-62BB9C62C0DB}"/>
              </a:ext>
            </a:extLst>
          </p:cNvPr>
          <p:cNvSpPr txBox="1"/>
          <p:nvPr/>
        </p:nvSpPr>
        <p:spPr>
          <a:xfrm>
            <a:off x="685800" y="7955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ADA9A3E-C9E9-4182-A1E4-0A2ABD562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4860"/>
            <a:ext cx="12192000" cy="4035789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C84DBC1A-C265-4433-A7D5-416430F9508E}"/>
              </a:ext>
            </a:extLst>
          </p:cNvPr>
          <p:cNvSpPr txBox="1"/>
          <p:nvPr/>
        </p:nvSpPr>
        <p:spPr>
          <a:xfrm>
            <a:off x="870531" y="312615"/>
            <a:ext cx="3928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Nutzwertanalyse und Entscheidung</a:t>
            </a:r>
          </a:p>
        </p:txBody>
      </p:sp>
    </p:spTree>
    <p:extLst>
      <p:ext uri="{BB962C8B-B14F-4D97-AF65-F5344CB8AC3E}">
        <p14:creationId xmlns:p14="http://schemas.microsoft.com/office/powerpoint/2010/main" val="1052160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FCF3207A-A44B-4534-8EB6-8157AE90E4C4}"/>
              </a:ext>
            </a:extLst>
          </p:cNvPr>
          <p:cNvSpPr txBox="1"/>
          <p:nvPr/>
        </p:nvSpPr>
        <p:spPr>
          <a:xfrm>
            <a:off x="1892605" y="2767280"/>
            <a:ext cx="645292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Konzeptvorstellung </a:t>
            </a:r>
            <a:r>
              <a:rPr lang="de-DE" sz="4000" b="1" dirty="0"/>
              <a:t>mit Bildern</a:t>
            </a:r>
          </a:p>
          <a:p>
            <a:r>
              <a:rPr lang="de-DE" sz="4000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605964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FCF3207A-A44B-4534-8EB6-8157AE90E4C4}"/>
              </a:ext>
            </a:extLst>
          </p:cNvPr>
          <p:cNvSpPr txBox="1"/>
          <p:nvPr/>
        </p:nvSpPr>
        <p:spPr>
          <a:xfrm>
            <a:off x="1892605" y="2767280"/>
            <a:ext cx="653512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Konzeptvorstellung </a:t>
            </a:r>
            <a:r>
              <a:rPr lang="de-DE" sz="4000" b="1" dirty="0"/>
              <a:t>ausführlich</a:t>
            </a:r>
          </a:p>
          <a:p>
            <a:r>
              <a:rPr lang="de-DE" sz="4000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499232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1CF4895-9E43-4451-AD30-62BB9C62C0DB}"/>
              </a:ext>
            </a:extLst>
          </p:cNvPr>
          <p:cNvSpPr txBox="1"/>
          <p:nvPr/>
        </p:nvSpPr>
        <p:spPr>
          <a:xfrm>
            <a:off x="908436" y="8591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684E42DA-56F2-4FDE-9B8B-ACCE96074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207" y="283224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FDDC34F-E2A0-4536-BAD1-4272690B86C1}"/>
              </a:ext>
            </a:extLst>
          </p:cNvPr>
          <p:cNvSpPr txBox="1"/>
          <p:nvPr/>
        </p:nvSpPr>
        <p:spPr>
          <a:xfrm>
            <a:off x="850790" y="365760"/>
            <a:ext cx="4007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Produktarchitektur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84496FA-2705-47C2-9A55-906A599CD5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809" y="179179"/>
            <a:ext cx="6190381" cy="649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980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7D5DDF-5492-4CCA-A929-25EA0774D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5678532-D2F8-4E48-BC12-62403E2C7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AEE668-94EB-42CE-9A9A-5795C97EFA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CF3207A-A44B-4534-8EB6-8157AE90E4C4}"/>
              </a:ext>
            </a:extLst>
          </p:cNvPr>
          <p:cNvSpPr txBox="1"/>
          <p:nvPr/>
        </p:nvSpPr>
        <p:spPr>
          <a:xfrm>
            <a:off x="636805" y="640080"/>
            <a:ext cx="3378099" cy="30348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cap="all" spc="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Morph box2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F8B6B4E-9545-418F-A838-ED276EF21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 descr="Ein Bild, das Tisch enthält.&#10;&#10;Automatisch generierte Beschreibung">
            <a:extLst>
              <a:ext uri="{FF2B5EF4-FFF2-40B4-BE49-F238E27FC236}">
                <a16:creationId xmlns:a16="http://schemas.microsoft.com/office/drawing/2014/main" id="{5A837B8C-BFAA-4225-A5CA-1D8CE25A0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498" y="640080"/>
            <a:ext cx="6505908" cy="557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6383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</Words>
  <Application>Microsoft Office PowerPoint</Application>
  <PresentationFormat>Breitbild</PresentationFormat>
  <Paragraphs>32</Paragraphs>
  <Slides>18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3" baseType="lpstr">
      <vt:lpstr>Calibri</vt:lpstr>
      <vt:lpstr>Tw Cen MT</vt:lpstr>
      <vt:lpstr>Tw Cen MT Condensed</vt:lpstr>
      <vt:lpstr>Wingdings 3</vt:lpstr>
      <vt:lpstr>Integral</vt:lpstr>
      <vt:lpstr>PowerPoint-Präsentation</vt:lpstr>
      <vt:lpstr>Wer sind wir?</vt:lpstr>
      <vt:lpstr>PowerPoint-Präsentation</vt:lpstr>
      <vt:lpstr>Was machen wir?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Schwarz, Leon Maximilian</dc:creator>
  <cp:lastModifiedBy>Schwarz, Leon Maximilian</cp:lastModifiedBy>
  <cp:revision>4</cp:revision>
  <dcterms:created xsi:type="dcterms:W3CDTF">2021-01-03T15:44:15Z</dcterms:created>
  <dcterms:modified xsi:type="dcterms:W3CDTF">2021-01-03T19:58:14Z</dcterms:modified>
</cp:coreProperties>
</file>