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6"/>
  </p:notesMasterIdLst>
  <p:sldIdLst>
    <p:sldId id="256" r:id="rId2"/>
    <p:sldId id="259" r:id="rId3"/>
    <p:sldId id="296" r:id="rId4"/>
    <p:sldId id="282" r:id="rId5"/>
    <p:sldId id="298" r:id="rId6"/>
    <p:sldId id="293" r:id="rId7"/>
    <p:sldId id="283" r:id="rId8"/>
    <p:sldId id="294" r:id="rId9"/>
    <p:sldId id="295" r:id="rId10"/>
    <p:sldId id="299" r:id="rId11"/>
    <p:sldId id="297" r:id="rId12"/>
    <p:sldId id="272" r:id="rId13"/>
    <p:sldId id="286" r:id="rId14"/>
    <p:sldId id="29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7F63"/>
    <a:srgbClr val="4960A6"/>
    <a:srgbClr val="2E2B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78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342" y="1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88D3DC-C3A5-4BB0-A509-7EA8E98E9A54}" type="datetimeFigureOut">
              <a:rPr lang="de-DE" smtClean="0"/>
              <a:t>31.01.2021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D8641-0A0B-4388-BAA6-D8FA08FD80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333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52FE770-E0D2-4419-A252-3771C9401F80}" type="datetimeFigureOut">
              <a:rPr lang="de-DE" smtClean="0"/>
              <a:t>31.01.2021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60018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31.01.2021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7859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31.01.2021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85811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31.01.2021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3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31.01.2021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7168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31.01.2021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3578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31.01.2021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3723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31.01.2021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6695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31.01.2021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152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31.01.2021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4407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31.01.2021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968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52FE770-E0D2-4419-A252-3771C9401F80}" type="datetimeFigureOut">
              <a:rPr lang="de-DE" smtClean="0"/>
              <a:t>31.01.2021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5604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23B6203-3323-4168-A356-6BCF681C6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69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2307-F79F-42F9-B81B-91F768E72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B38FF-CE38-4D82-B9F2-DFE28A01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E936F0-62E4-40F1-BA06-11DDD134B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Unser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PRodukt</a:t>
            </a:r>
            <a:endParaRPr lang="en-US" sz="6600" spc="2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807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E160F93-6BC4-4E2A-8CDE-782E91E5938A}"/>
              </a:ext>
            </a:extLst>
          </p:cNvPr>
          <p:cNvSpPr txBox="1"/>
          <p:nvPr/>
        </p:nvSpPr>
        <p:spPr>
          <a:xfrm>
            <a:off x="5468264" y="3244334"/>
            <a:ext cx="1255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Geiles CAD</a:t>
            </a:r>
          </a:p>
        </p:txBody>
      </p:sp>
    </p:spTree>
    <p:extLst>
      <p:ext uri="{BB962C8B-B14F-4D97-AF65-F5344CB8AC3E}">
        <p14:creationId xmlns:p14="http://schemas.microsoft.com/office/powerpoint/2010/main" val="2510001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2307-F79F-42F9-B81B-91F768E72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B38FF-CE38-4D82-B9F2-DFE28A01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E936F0-62E4-40F1-BA06-11DDD134B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Produktdetails</a:t>
            </a:r>
            <a:endParaRPr lang="en-US" sz="6600" spc="2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732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E160F93-6BC4-4E2A-8CDE-782E91E5938A}"/>
              </a:ext>
            </a:extLst>
          </p:cNvPr>
          <p:cNvSpPr txBox="1"/>
          <p:nvPr/>
        </p:nvSpPr>
        <p:spPr>
          <a:xfrm>
            <a:off x="4746816" y="3244334"/>
            <a:ext cx="2698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Nähere Konzeptdarstellung</a:t>
            </a:r>
          </a:p>
        </p:txBody>
      </p:sp>
    </p:spTree>
    <p:extLst>
      <p:ext uri="{BB962C8B-B14F-4D97-AF65-F5344CB8AC3E}">
        <p14:creationId xmlns:p14="http://schemas.microsoft.com/office/powerpoint/2010/main" val="1624772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2307-F79F-42F9-B81B-91F768E72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B38FF-CE38-4D82-B9F2-DFE28A01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E936F0-62E4-40F1-BA06-11DDD134B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FAQ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791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E160F93-6BC4-4E2A-8CDE-782E91E5938A}"/>
              </a:ext>
            </a:extLst>
          </p:cNvPr>
          <p:cNvSpPr txBox="1"/>
          <p:nvPr/>
        </p:nvSpPr>
        <p:spPr>
          <a:xfrm>
            <a:off x="3942814" y="3244334"/>
            <a:ext cx="4306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Was tun gegen Verschmutzung auf Schienen?</a:t>
            </a:r>
          </a:p>
        </p:txBody>
      </p:sp>
    </p:spTree>
    <p:extLst>
      <p:ext uri="{BB962C8B-B14F-4D97-AF65-F5344CB8AC3E}">
        <p14:creationId xmlns:p14="http://schemas.microsoft.com/office/powerpoint/2010/main" val="1250050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E160F93-6BC4-4E2A-8CDE-782E91E5938A}"/>
              </a:ext>
            </a:extLst>
          </p:cNvPr>
          <p:cNvSpPr txBox="1"/>
          <p:nvPr/>
        </p:nvSpPr>
        <p:spPr>
          <a:xfrm>
            <a:off x="3942814" y="3244334"/>
            <a:ext cx="4159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Starres Schienensystem in Meeresströmung?</a:t>
            </a:r>
          </a:p>
        </p:txBody>
      </p:sp>
    </p:spTree>
    <p:extLst>
      <p:ext uri="{BB962C8B-B14F-4D97-AF65-F5344CB8AC3E}">
        <p14:creationId xmlns:p14="http://schemas.microsoft.com/office/powerpoint/2010/main" val="2522464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E160F93-6BC4-4E2A-8CDE-782E91E5938A}"/>
              </a:ext>
            </a:extLst>
          </p:cNvPr>
          <p:cNvSpPr txBox="1"/>
          <p:nvPr/>
        </p:nvSpPr>
        <p:spPr>
          <a:xfrm>
            <a:off x="4910611" y="3244334"/>
            <a:ext cx="2370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Ist es wirklich günstiger?</a:t>
            </a:r>
          </a:p>
        </p:txBody>
      </p:sp>
    </p:spTree>
    <p:extLst>
      <p:ext uri="{BB962C8B-B14F-4D97-AF65-F5344CB8AC3E}">
        <p14:creationId xmlns:p14="http://schemas.microsoft.com/office/powerpoint/2010/main" val="91116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E160F93-6BC4-4E2A-8CDE-782E91E5938A}"/>
              </a:ext>
            </a:extLst>
          </p:cNvPr>
          <p:cNvSpPr txBox="1"/>
          <p:nvPr/>
        </p:nvSpPr>
        <p:spPr>
          <a:xfrm>
            <a:off x="4910611" y="3244334"/>
            <a:ext cx="2373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Wirklich wartungsarm?</a:t>
            </a:r>
          </a:p>
        </p:txBody>
      </p:sp>
    </p:spTree>
    <p:extLst>
      <p:ext uri="{BB962C8B-B14F-4D97-AF65-F5344CB8AC3E}">
        <p14:creationId xmlns:p14="http://schemas.microsoft.com/office/powerpoint/2010/main" val="822416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E160F93-6BC4-4E2A-8CDE-782E91E5938A}"/>
              </a:ext>
            </a:extLst>
          </p:cNvPr>
          <p:cNvSpPr txBox="1"/>
          <p:nvPr/>
        </p:nvSpPr>
        <p:spPr>
          <a:xfrm>
            <a:off x="4855115" y="3244334"/>
            <a:ext cx="2481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Brauch man das wirklich?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3DE729F3-4929-4AA1-92B6-AFF967C770D9}"/>
              </a:ext>
            </a:extLst>
          </p:cNvPr>
          <p:cNvSpPr txBox="1"/>
          <p:nvPr/>
        </p:nvSpPr>
        <p:spPr>
          <a:xfrm>
            <a:off x="4372323" y="3958467"/>
            <a:ext cx="3447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Pläne von </a:t>
            </a:r>
            <a:r>
              <a:rPr lang="de-DE" dirty="0" err="1"/>
              <a:t>seaweed</a:t>
            </a:r>
            <a:r>
              <a:rPr lang="de-DE" dirty="0"/>
              <a:t> </a:t>
            </a:r>
            <a:r>
              <a:rPr lang="de-DE" dirty="0" err="1"/>
              <a:t>solutions</a:t>
            </a:r>
            <a:r>
              <a:rPr lang="de-DE" dirty="0"/>
              <a:t> zeigen</a:t>
            </a:r>
          </a:p>
        </p:txBody>
      </p:sp>
    </p:spTree>
    <p:extLst>
      <p:ext uri="{BB962C8B-B14F-4D97-AF65-F5344CB8AC3E}">
        <p14:creationId xmlns:p14="http://schemas.microsoft.com/office/powerpoint/2010/main" val="110254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64EE381-6CA3-448B-B861-218962D3B872}"/>
              </a:ext>
            </a:extLst>
          </p:cNvPr>
          <p:cNvSpPr txBox="1"/>
          <p:nvPr/>
        </p:nvSpPr>
        <p:spPr>
          <a:xfrm>
            <a:off x="3348292" y="3167390"/>
            <a:ext cx="55739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Vielen Dank für eure Aufmerksamkeit!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BA26A6C-515C-480A-B62F-3125AFB1330E}"/>
              </a:ext>
            </a:extLst>
          </p:cNvPr>
          <p:cNvSpPr txBox="1"/>
          <p:nvPr/>
        </p:nvSpPr>
        <p:spPr>
          <a:xfrm>
            <a:off x="4705972" y="3198167"/>
            <a:ext cx="2780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Gibt es noch Fragen?</a:t>
            </a:r>
          </a:p>
        </p:txBody>
      </p:sp>
    </p:spTree>
    <p:extLst>
      <p:ext uri="{BB962C8B-B14F-4D97-AF65-F5344CB8AC3E}">
        <p14:creationId xmlns:p14="http://schemas.microsoft.com/office/powerpoint/2010/main" val="200891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2307-F79F-42F9-B81B-91F768E72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B38FF-CE38-4D82-B9F2-DFE28A01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E936F0-62E4-40F1-BA06-11DDD134B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27356" y="643467"/>
            <a:ext cx="6480786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Morphologischer kasten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05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4976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Microsoft Office PowerPoint</Application>
  <PresentationFormat>Breitbild</PresentationFormat>
  <Paragraphs>14</Paragraphs>
  <Slides>14</Slides>
  <Notes>0</Notes>
  <HiddenSlides>2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9" baseType="lpstr">
      <vt:lpstr>Calibri</vt:lpstr>
      <vt:lpstr>Tw Cen MT</vt:lpstr>
      <vt:lpstr>Tw Cen MT Condensed</vt:lpstr>
      <vt:lpstr>Wingdings 3</vt:lpstr>
      <vt:lpstr>Integral</vt:lpstr>
      <vt:lpstr>PowerPoint-Präsentation</vt:lpstr>
      <vt:lpstr>Unser PRodukt</vt:lpstr>
      <vt:lpstr>PowerPoint-Präsentation</vt:lpstr>
      <vt:lpstr>Produktdetails</vt:lpstr>
      <vt:lpstr>PowerPoint-Präsentation</vt:lpstr>
      <vt:lpstr>FAQ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Morphologischer kasten 2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Otto, Philipp Julian</dc:creator>
  <cp:lastModifiedBy>Otto, Philipp Julian</cp:lastModifiedBy>
  <cp:revision>61</cp:revision>
  <dcterms:created xsi:type="dcterms:W3CDTF">2020-12-05T12:56:40Z</dcterms:created>
  <dcterms:modified xsi:type="dcterms:W3CDTF">2021-01-31T11:53:23Z</dcterms:modified>
</cp:coreProperties>
</file>