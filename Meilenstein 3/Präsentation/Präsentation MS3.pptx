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6" r:id="rId1"/>
  </p:sldMasterIdLst>
  <p:notesMasterIdLst>
    <p:notesMasterId r:id="rId5"/>
  </p:notesMasterIdLst>
  <p:sldIdLst>
    <p:sldId id="274" r:id="rId2"/>
    <p:sldId id="276" r:id="rId3"/>
    <p:sldId id="275" r:id="rId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960A6"/>
    <a:srgbClr val="2E2B21"/>
    <a:srgbClr val="C17F6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54" autoAdjust="0"/>
    <p:restoredTop sz="94660"/>
  </p:normalViewPr>
  <p:slideViewPr>
    <p:cSldViewPr snapToGrid="0">
      <p:cViewPr varScale="1">
        <p:scale>
          <a:sx n="98" d="100"/>
          <a:sy n="98" d="100"/>
        </p:scale>
        <p:origin x="110" y="9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388D3DC-C3A5-4BB0-A509-7EA8E98E9A54}" type="datetimeFigureOut">
              <a:rPr lang="de-DE" smtClean="0"/>
              <a:t>03.01.2021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1DD8641-0A0B-4388-BAA6-D8FA08FD80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333303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/>
            </a:lvl1pPr>
          </a:lstStyle>
          <a:p>
            <a:fld id="{052FE770-E0D2-4419-A252-3771C9401F80}" type="datetimeFigureOut">
              <a:rPr lang="de-DE" smtClean="0"/>
              <a:t>03.01.2021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  <p:cxnSp>
        <p:nvCxnSpPr>
          <p:cNvPr id="13" name="Straight Connector 12"/>
          <p:cNvCxnSpPr/>
          <p:nvPr/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0" y="-1"/>
            <a:ext cx="12192000" cy="457200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0600188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03.01.2021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078599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b="0" spc="200" baseline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03.01.2021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/>
          <p:cNvCxnSpPr/>
          <p:nvPr/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8858113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24127" y="2286000"/>
            <a:ext cx="4754880" cy="402336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89320" y="2286000"/>
            <a:ext cx="4754880" cy="402336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03.01.2021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534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300" b="0" cap="none" baseline="0">
                <a:solidFill>
                  <a:schemeClr val="accent2">
                    <a:lumMod val="75000"/>
                  </a:schemeClr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24128" y="2967788"/>
            <a:ext cx="4754880" cy="334157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99088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300" b="0" kern="1200" cap="none" baseline="0" dirty="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990888" y="2967788"/>
            <a:ext cx="4754880" cy="334157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03.01.2021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571689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03.01.2021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435789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03.01.2021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837233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24128" y="471509"/>
            <a:ext cx="4389120" cy="1737360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4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5000" y="822960"/>
            <a:ext cx="5678424" cy="518464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128" y="2257506"/>
            <a:ext cx="4389120" cy="3762294"/>
          </a:xfrm>
        </p:spPr>
        <p:txBody>
          <a:bodyPr lIns="91440" rIns="9144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03.01.2021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566955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8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12188952" cy="4572000"/>
          </a:xfrm>
          <a:solidFill>
            <a:schemeClr val="accent2">
              <a:lumMod val="60000"/>
              <a:lumOff val="40000"/>
            </a:schemeClr>
          </a:solidFill>
        </p:spPr>
        <p:txBody>
          <a:bodyPr lIns="457200" tIns="365760" rIns="45720" bIns="4572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10600" y="4960138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03.01.2021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71529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03.01.2021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644079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1" y="762000"/>
            <a:ext cx="2628900" cy="5410200"/>
          </a:xfrm>
        </p:spPr>
        <p:txBody>
          <a:bodyPr vert="eaVert" lIns="45720" tIns="91440" rIns="45720" bIns="91440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90601" y="762000"/>
            <a:ext cx="7581900" cy="5410200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03.01.2021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  <p:cxnSp>
        <p:nvCxnSpPr>
          <p:cNvPr id="8" name="Straight Connector 7"/>
          <p:cNvCxnSpPr/>
          <p:nvPr/>
        </p:nvCxnSpPr>
        <p:spPr>
          <a:xfrm rot="5400000" flipV="1">
            <a:off x="10058400" y="59263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139681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052FE770-E0D2-4419-A252-3771C9401F80}" type="datetimeFigureOut">
              <a:rPr lang="de-DE" smtClean="0"/>
              <a:t>03.01.2021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762000" y="826324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0756046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57" r:id="rId1"/>
    <p:sldLayoutId id="2147483758" r:id="rId2"/>
    <p:sldLayoutId id="2147483759" r:id="rId3"/>
    <p:sldLayoutId id="2147483760" r:id="rId4"/>
    <p:sldLayoutId id="2147483761" r:id="rId5"/>
    <p:sldLayoutId id="2147483762" r:id="rId6"/>
    <p:sldLayoutId id="2147483763" r:id="rId7"/>
    <p:sldLayoutId id="2147483764" r:id="rId8"/>
    <p:sldLayoutId id="2147483765" r:id="rId9"/>
    <p:sldLayoutId id="2147483766" r:id="rId10"/>
    <p:sldLayoutId id="2147483767" r:id="rId11"/>
  </p:sldLayoutIdLst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000" kern="1200" cap="all" spc="100" baseline="0">
          <a:solidFill>
            <a:schemeClr val="tx1">
              <a:lumMod val="95000"/>
              <a:lumOff val="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2"/>
        </a:buClr>
        <a:buSzPct val="100000"/>
        <a:buFont typeface="Tw Cen MT" panose="020B0602020104020603" pitchFamily="34" charset="0"/>
        <a:buChar char=" 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91CF4895-9E43-4451-AD30-62BB9C62C0DB}"/>
              </a:ext>
            </a:extLst>
          </p:cNvPr>
          <p:cNvSpPr txBox="1"/>
          <p:nvPr/>
        </p:nvSpPr>
        <p:spPr>
          <a:xfrm>
            <a:off x="685800" y="79552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605F3548-F5CA-448B-8E93-C4F052021D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287" y="438150"/>
            <a:ext cx="10639425" cy="5981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69165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91CF4895-9E43-4451-AD30-62BB9C62C0DB}"/>
              </a:ext>
            </a:extLst>
          </p:cNvPr>
          <p:cNvSpPr txBox="1"/>
          <p:nvPr/>
        </p:nvSpPr>
        <p:spPr>
          <a:xfrm>
            <a:off x="685800" y="79552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de-DE" dirty="0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5ADA9A3E-C9E9-4182-A1E4-0A2ABD5627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64860"/>
            <a:ext cx="12192000" cy="40357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21604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91CF4895-9E43-4451-AD30-62BB9C62C0DB}"/>
              </a:ext>
            </a:extLst>
          </p:cNvPr>
          <p:cNvSpPr txBox="1"/>
          <p:nvPr/>
        </p:nvSpPr>
        <p:spPr>
          <a:xfrm>
            <a:off x="908436" y="85913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de-DE" dirty="0"/>
          </a:p>
        </p:txBody>
      </p:sp>
      <p:sp>
        <p:nvSpPr>
          <p:cNvPr id="19" name="Rectangle 4">
            <a:extLst>
              <a:ext uri="{FF2B5EF4-FFF2-40B4-BE49-F238E27FC236}">
                <a16:creationId xmlns:a16="http://schemas.microsoft.com/office/drawing/2014/main" id="{684E42DA-56F2-4FDE-9B8B-ACCE9607447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14207" y="2832243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de-DE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E9E29127-7A43-446F-B9B3-54ABBF9C2113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81150" y="161925"/>
            <a:ext cx="9182100" cy="65913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733980996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ntegral">
  <a:themeElements>
    <a:clrScheme name="Integral">
      <a:dk1>
        <a:srgbClr val="2E2B21"/>
      </a:dk1>
      <a:lt1>
        <a:srgbClr val="FFFFFF"/>
      </a:lt1>
      <a:dk2>
        <a:srgbClr val="605B4F"/>
      </a:dk2>
      <a:lt2>
        <a:srgbClr val="D8D6BE"/>
      </a:lt2>
      <a:accent1>
        <a:srgbClr val="A9A57C"/>
      </a:accent1>
      <a:accent2>
        <a:srgbClr val="9CBEBD"/>
      </a:accent2>
      <a:accent3>
        <a:srgbClr val="D2CB6C"/>
      </a:accent3>
      <a:accent4>
        <a:srgbClr val="95A39D"/>
      </a:accent4>
      <a:accent5>
        <a:srgbClr val="C89F5D"/>
      </a:accent5>
      <a:accent6>
        <a:srgbClr val="B1A089"/>
      </a:accent6>
      <a:hlink>
        <a:srgbClr val="D25814"/>
      </a:hlink>
      <a:folHlink>
        <a:srgbClr val="849A0A"/>
      </a:folHlink>
    </a:clrScheme>
    <a:fontScheme name="Integral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4825F1AF-8DBC-4E3D-9F3D-688338DA83FC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Breitbild</PresentationFormat>
  <Paragraphs>0</Paragraphs>
  <Slides>3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3</vt:i4>
      </vt:variant>
    </vt:vector>
  </HeadingPairs>
  <TitlesOfParts>
    <vt:vector size="8" baseType="lpstr">
      <vt:lpstr>Calibri</vt:lpstr>
      <vt:lpstr>Tw Cen MT</vt:lpstr>
      <vt:lpstr>Tw Cen MT Condensed</vt:lpstr>
      <vt:lpstr>Wingdings 3</vt:lpstr>
      <vt:lpstr>Integral</vt:lpstr>
      <vt:lpstr>PowerPoint-Präsentation</vt:lpstr>
      <vt:lpstr>PowerPoint-Präsentation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Otto, Philipp Julian</dc:creator>
  <cp:lastModifiedBy>Schwarz, Leon Maximilian</cp:lastModifiedBy>
  <cp:revision>7</cp:revision>
  <dcterms:created xsi:type="dcterms:W3CDTF">2020-12-05T12:56:40Z</dcterms:created>
  <dcterms:modified xsi:type="dcterms:W3CDTF">2021-01-03T14:55:44Z</dcterms:modified>
</cp:coreProperties>
</file>