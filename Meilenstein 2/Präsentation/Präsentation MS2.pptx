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1"/>
  </p:notesMasterIdLst>
  <p:sldIdLst>
    <p:sldId id="256" r:id="rId2"/>
    <p:sldId id="259" r:id="rId3"/>
    <p:sldId id="265" r:id="rId4"/>
    <p:sldId id="282" r:id="rId5"/>
    <p:sldId id="283" r:id="rId6"/>
    <p:sldId id="292" r:id="rId7"/>
    <p:sldId id="275" r:id="rId8"/>
    <p:sldId id="276" r:id="rId9"/>
    <p:sldId id="274" r:id="rId10"/>
    <p:sldId id="279" r:id="rId11"/>
    <p:sldId id="288" r:id="rId12"/>
    <p:sldId id="291" r:id="rId13"/>
    <p:sldId id="290" r:id="rId14"/>
    <p:sldId id="289" r:id="rId15"/>
    <p:sldId id="285" r:id="rId16"/>
    <p:sldId id="284" r:id="rId17"/>
    <p:sldId id="287" r:id="rId18"/>
    <p:sldId id="286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7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05.12.2020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Relationship Id="rId4" Type="http://schemas.microsoft.com/office/2007/relationships/hdphoto" Target="../media/hdphoto3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2767280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97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A3D4D93-84C6-4CC0-8DF4-660C9C40A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954" y="859138"/>
            <a:ext cx="6615983" cy="496198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5CC6C71-9470-458C-B5F9-CF66DB320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7" y="1131298"/>
            <a:ext cx="3181350" cy="9525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71CC943F-D564-4934-8317-63388ADD76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2857" y="2737930"/>
            <a:ext cx="3488671" cy="333375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EAD285E0-CBC3-4B88-BFEB-33A56EE4181E}"/>
              </a:ext>
            </a:extLst>
          </p:cNvPr>
          <p:cNvSpPr txBox="1"/>
          <p:nvPr/>
        </p:nvSpPr>
        <p:spPr>
          <a:xfrm>
            <a:off x="2929555" y="300561"/>
            <a:ext cx="2369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Verfeinerter Zielrahmen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8054623" y="860931"/>
            <a:ext cx="2274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Flügeltang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Alaria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esculenta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de-DE" sz="3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4803796-90B2-4875-835B-CE7D321C5928}"/>
              </a:ext>
            </a:extLst>
          </p:cNvPr>
          <p:cNvSpPr txBox="1"/>
          <p:nvPr/>
        </p:nvSpPr>
        <p:spPr>
          <a:xfrm>
            <a:off x="1297902" y="795528"/>
            <a:ext cx="30516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 err="1"/>
              <a:t>Zuckertang</a:t>
            </a:r>
            <a:endParaRPr lang="de-DE" sz="3600" dirty="0"/>
          </a:p>
          <a:p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Saccharina</a:t>
            </a:r>
            <a:r>
              <a:rPr lang="de-DE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e-DE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latissima</a:t>
            </a:r>
            <a:r>
              <a:rPr lang="de-DE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endParaRPr lang="de-DE" sz="3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83FC059-36E7-4129-8577-C885E4CF3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57" y="2082842"/>
            <a:ext cx="3376612" cy="37226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44E6A4A-8455-43C7-A46C-4F3A480DA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8075" y="2534464"/>
            <a:ext cx="3467100" cy="2819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A41CD5-48C2-42DC-9C74-019A4FE8DA4A}"/>
              </a:ext>
            </a:extLst>
          </p:cNvPr>
          <p:cNvCxnSpPr>
            <a:cxnSpLocks/>
          </p:cNvCxnSpPr>
          <p:nvPr/>
        </p:nvCxnSpPr>
        <p:spPr>
          <a:xfrm>
            <a:off x="5783956" y="1164860"/>
            <a:ext cx="0" cy="47201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E4A0E5EC-2943-4DC3-AB67-97299BD0EFF4}"/>
              </a:ext>
            </a:extLst>
          </p:cNvPr>
          <p:cNvSpPr txBox="1"/>
          <p:nvPr/>
        </p:nvSpPr>
        <p:spPr>
          <a:xfrm>
            <a:off x="2743200" y="358588"/>
            <a:ext cx="2015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Was bauen wir an?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8DA89ED-6C5E-4531-981F-0FAF0A0C6F55}"/>
              </a:ext>
            </a:extLst>
          </p:cNvPr>
          <p:cNvSpPr txBox="1"/>
          <p:nvPr/>
        </p:nvSpPr>
        <p:spPr>
          <a:xfrm>
            <a:off x="4758432" y="269458"/>
            <a:ext cx="1922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(Unser Zielprodukt)</a:t>
            </a:r>
          </a:p>
        </p:txBody>
      </p: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B2B162-1BAF-4A76-8A5F-C5F192970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94"/>
            <a:ext cx="12192000" cy="634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44EBC54-9BC9-4E74-9B20-FFD9DDE22B16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9" name="Grafik 8" descr="Asien mit einfarbiger Füllung">
            <a:extLst>
              <a:ext uri="{FF2B5EF4-FFF2-40B4-BE49-F238E27FC236}">
                <a16:creationId xmlns:a16="http://schemas.microsoft.com/office/drawing/2014/main" id="{CFED7C80-8680-4ADE-AD9F-63B31E6841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3771" y="2053242"/>
            <a:ext cx="3030632" cy="3030632"/>
          </a:xfrm>
          <a:prstGeom prst="rect">
            <a:avLst/>
          </a:prstGeom>
        </p:spPr>
      </p:pic>
      <p:pic>
        <p:nvPicPr>
          <p:cNvPr id="10" name="Grafik 9" descr="Europa mit einfarbiger Füllung">
            <a:extLst>
              <a:ext uri="{FF2B5EF4-FFF2-40B4-BE49-F238E27FC236}">
                <a16:creationId xmlns:a16="http://schemas.microsoft.com/office/drawing/2014/main" id="{C615EA59-02AA-423E-8656-E5DDE01312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6484" y="2121022"/>
            <a:ext cx="2430516" cy="24305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827852CF-D446-4B39-9BF2-A3C14EDC75A9}"/>
              </a:ext>
            </a:extLst>
          </p:cNvPr>
          <p:cNvSpPr txBox="1"/>
          <p:nvPr/>
        </p:nvSpPr>
        <p:spPr>
          <a:xfrm>
            <a:off x="1807597" y="4545265"/>
            <a:ext cx="187385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Europa </a:t>
            </a:r>
          </a:p>
          <a:p>
            <a:endParaRPr lang="de-DE" sz="28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6601E80-7131-427E-A40F-EDE9F1138D9C}"/>
              </a:ext>
            </a:extLst>
          </p:cNvPr>
          <p:cNvSpPr txBox="1"/>
          <p:nvPr/>
        </p:nvSpPr>
        <p:spPr>
          <a:xfrm>
            <a:off x="5923722" y="4545265"/>
            <a:ext cx="54148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Asien (insbesondere China) </a:t>
            </a:r>
          </a:p>
          <a:p>
            <a:endParaRPr lang="de-DE" sz="28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E9C8E4E-8E8E-4AB9-8FC9-D3A3ED01FD3B}"/>
              </a:ext>
            </a:extLst>
          </p:cNvPr>
          <p:cNvSpPr txBox="1"/>
          <p:nvPr/>
        </p:nvSpPr>
        <p:spPr>
          <a:xfrm>
            <a:off x="988315" y="654304"/>
            <a:ext cx="62517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Zukünftige Kunden: </a:t>
            </a:r>
          </a:p>
          <a:p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84464B4-777A-44D4-9F5C-587DA8526A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657225"/>
            <a:ext cx="9753600" cy="554355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BDF764C8-922E-4FBA-9D65-9BA3FBAD2990}"/>
              </a:ext>
            </a:extLst>
          </p:cNvPr>
          <p:cNvSpPr txBox="1"/>
          <p:nvPr/>
        </p:nvSpPr>
        <p:spPr>
          <a:xfrm>
            <a:off x="4661647" y="259976"/>
            <a:ext cx="1698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System Footprint</a:t>
            </a:r>
          </a:p>
        </p:txBody>
      </p:sp>
    </p:spTree>
    <p:extLst>
      <p:ext uri="{BB962C8B-B14F-4D97-AF65-F5344CB8AC3E}">
        <p14:creationId xmlns:p14="http://schemas.microsoft.com/office/powerpoint/2010/main" val="3174009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FB60143-C16E-4826-9195-35C149AAC8A8}"/>
              </a:ext>
            </a:extLst>
          </p:cNvPr>
          <p:cNvSpPr txBox="1"/>
          <p:nvPr/>
        </p:nvSpPr>
        <p:spPr>
          <a:xfrm>
            <a:off x="5319088" y="3244334"/>
            <a:ext cx="155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Anforderungen</a:t>
            </a:r>
          </a:p>
        </p:txBody>
      </p:sp>
    </p:spTree>
    <p:extLst>
      <p:ext uri="{BB962C8B-B14F-4D97-AF65-F5344CB8AC3E}">
        <p14:creationId xmlns:p14="http://schemas.microsoft.com/office/powerpoint/2010/main" val="3594215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3211B05-7243-4EA5-9891-97FB775B4504}"/>
              </a:ext>
            </a:extLst>
          </p:cNvPr>
          <p:cNvSpPr txBox="1"/>
          <p:nvPr/>
        </p:nvSpPr>
        <p:spPr>
          <a:xfrm>
            <a:off x="5794475" y="3244334"/>
            <a:ext cx="603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QFD</a:t>
            </a:r>
          </a:p>
        </p:txBody>
      </p:sp>
    </p:spTree>
    <p:extLst>
      <p:ext uri="{BB962C8B-B14F-4D97-AF65-F5344CB8AC3E}">
        <p14:creationId xmlns:p14="http://schemas.microsoft.com/office/powerpoint/2010/main" val="1869568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35CF50-9DB2-4326-B939-CB698082CBC3}"/>
              </a:ext>
            </a:extLst>
          </p:cNvPr>
          <p:cNvSpPr txBox="1"/>
          <p:nvPr/>
        </p:nvSpPr>
        <p:spPr>
          <a:xfrm>
            <a:off x="5718845" y="3244334"/>
            <a:ext cx="754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Patent</a:t>
            </a:r>
          </a:p>
        </p:txBody>
      </p:sp>
    </p:spTree>
    <p:extLst>
      <p:ext uri="{BB962C8B-B14F-4D97-AF65-F5344CB8AC3E}">
        <p14:creationId xmlns:p14="http://schemas.microsoft.com/office/powerpoint/2010/main" val="3214145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228F920-75D3-40D0-BE01-78D1BBBD5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651" y="85725"/>
            <a:ext cx="8900697" cy="668655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63CC021-7A2D-44F0-9E62-2470031076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6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7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943377C-E668-459C-B85A-35BCC84F47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000" y="98275"/>
            <a:ext cx="10511999" cy="666145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2FF6F9A-88B1-4470-B36F-B6F5FD84D4D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4892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92FD7F-141E-4729-BEEE-F077ED0C9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559" y="241084"/>
            <a:ext cx="11850882" cy="637583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864C132-7CD7-4ECF-872F-541AA36CBF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050" y="0"/>
            <a:ext cx="12153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054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Nutzerorientierte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funktionsstruktur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</Words>
  <Application>Microsoft Office PowerPoint</Application>
  <PresentationFormat>Breitbild</PresentationFormat>
  <Paragraphs>31</Paragraphs>
  <Slides>19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4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Nutzerorientierte funktionsstruktur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10</cp:revision>
  <dcterms:created xsi:type="dcterms:W3CDTF">2020-12-05T12:56:40Z</dcterms:created>
  <dcterms:modified xsi:type="dcterms:W3CDTF">2020-12-05T16:14:19Z</dcterms:modified>
</cp:coreProperties>
</file>