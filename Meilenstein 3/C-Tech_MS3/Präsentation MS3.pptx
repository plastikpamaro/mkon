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9"/>
  </p:notesMasterIdLst>
  <p:sldIdLst>
    <p:sldId id="256" r:id="rId2"/>
    <p:sldId id="259" r:id="rId3"/>
    <p:sldId id="265" r:id="rId4"/>
    <p:sldId id="282" r:id="rId5"/>
    <p:sldId id="283" r:id="rId6"/>
    <p:sldId id="305" r:id="rId7"/>
    <p:sldId id="294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8" autoAdjust="0"/>
    <p:restoredTop sz="94660"/>
  </p:normalViewPr>
  <p:slideViewPr>
    <p:cSldViewPr snapToGrid="0">
      <p:cViewPr varScale="1">
        <p:scale>
          <a:sx n="93" d="100"/>
          <a:sy n="93" d="100"/>
        </p:scale>
        <p:origin x="90" y="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11.01.2021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Wer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sind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265685" y="428287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Roschkowski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1083430" y="3913541"/>
            <a:ext cx="38729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endParaRPr lang="de-DE" sz="2400" dirty="0"/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265685" y="3913541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580D00A-E394-4E22-9EBC-3B743726ED1E}"/>
              </a:ext>
            </a:extLst>
          </p:cNvPr>
          <p:cNvSpPr/>
          <p:nvPr/>
        </p:nvSpPr>
        <p:spPr>
          <a:xfrm>
            <a:off x="949569" y="3913541"/>
            <a:ext cx="10304585" cy="203005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machen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4134441"/>
            <a:ext cx="8406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Unterwassserdrohne zur automatisierten </a:t>
            </a:r>
          </a:p>
          <a:p>
            <a:r>
              <a:rPr lang="de-DE" sz="4000" dirty="0"/>
              <a:t>Ernte und Aussaat von Algen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823CB7-D2CC-4286-86B7-F8BD1E7225CB}"/>
              </a:ext>
            </a:extLst>
          </p:cNvPr>
          <p:cNvSpPr txBox="1"/>
          <p:nvPr/>
        </p:nvSpPr>
        <p:spPr>
          <a:xfrm>
            <a:off x="1892605" y="1707086"/>
            <a:ext cx="6953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Groß Skalierbarer Anbau von Meeresalgen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Nutzung der Meeresflächen als Anbaugebiete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Reduzierung der Last auf terrestrischen Agrarflächen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FA1436-912C-4633-BB55-C233FF997032}"/>
              </a:ext>
            </a:extLst>
          </p:cNvPr>
          <p:cNvSpPr/>
          <p:nvPr/>
        </p:nvSpPr>
        <p:spPr>
          <a:xfrm>
            <a:off x="1892605" y="4134441"/>
            <a:ext cx="8343348" cy="146736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ED19185-0241-4D80-894A-F848A8A1464E}"/>
              </a:ext>
            </a:extLst>
          </p:cNvPr>
          <p:cNvSpPr txBox="1"/>
          <p:nvPr/>
        </p:nvSpPr>
        <p:spPr>
          <a:xfrm>
            <a:off x="2141466" y="1014689"/>
            <a:ext cx="12907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Ziele:</a:t>
            </a:r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FCBFAAE-33F5-443E-9E97-2628741C452D}"/>
              </a:ext>
            </a:extLst>
          </p:cNvPr>
          <p:cNvSpPr txBox="1"/>
          <p:nvPr/>
        </p:nvSpPr>
        <p:spPr>
          <a:xfrm>
            <a:off x="1067783" y="979293"/>
            <a:ext cx="3971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/>
              <a:t>Unsere Arbeitsweise:</a:t>
            </a:r>
            <a:endParaRPr lang="de-DE" sz="36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FF894DE-B68D-441D-8B30-4C16CF759254}"/>
              </a:ext>
            </a:extLst>
          </p:cNvPr>
          <p:cNvSpPr txBox="1"/>
          <p:nvPr/>
        </p:nvSpPr>
        <p:spPr>
          <a:xfrm>
            <a:off x="1374550" y="2182761"/>
            <a:ext cx="5063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/>
              <a:t>Asynchrones Arbeiten</a:t>
            </a:r>
          </a:p>
          <a:p>
            <a:pPr marL="742950" lvl="1" indent="-285750">
              <a:buFontTx/>
              <a:buChar char="-"/>
            </a:pPr>
            <a:r>
              <a:rPr lang="de-DE" sz="2400"/>
              <a:t>Zusätzlicher Input in den Meetings</a:t>
            </a:r>
          </a:p>
          <a:p>
            <a:pPr marL="742950" lvl="1" indent="-285750">
              <a:buFontTx/>
              <a:buChar char="-"/>
            </a:pP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1BA9F6-153D-4241-8451-4FE28C529C03}"/>
              </a:ext>
            </a:extLst>
          </p:cNvPr>
          <p:cNvSpPr txBox="1"/>
          <p:nvPr/>
        </p:nvSpPr>
        <p:spPr>
          <a:xfrm>
            <a:off x="1374550" y="2931896"/>
            <a:ext cx="507081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/>
              <a:t>Klare Umgangsregeln:</a:t>
            </a:r>
          </a:p>
          <a:p>
            <a:pPr marL="742950" lvl="1" indent="-285750">
              <a:buFontTx/>
              <a:buChar char="-"/>
            </a:pPr>
            <a:r>
              <a:rPr lang="de-DE" sz="2400"/>
              <a:t>Verzicht auf „Killerphrasen“</a:t>
            </a:r>
          </a:p>
          <a:p>
            <a:pPr marL="285750" indent="-285750">
              <a:buFontTx/>
              <a:buChar char="-"/>
            </a:pPr>
            <a:r>
              <a:rPr lang="de-DE" sz="2400"/>
              <a:t>Brainstorming mit Hilfe von Mindmaps</a:t>
            </a:r>
          </a:p>
          <a:p>
            <a:pPr marL="285750" indent="-285750">
              <a:buFontTx/>
              <a:buChar char="-"/>
            </a:pPr>
            <a:r>
              <a:rPr lang="de-DE" sz="2400"/>
              <a:t>Walt-Disney-Methode</a:t>
            </a:r>
          </a:p>
          <a:p>
            <a:pPr marL="285750" indent="-285750">
              <a:buFontTx/>
              <a:buChar char="-"/>
            </a:pPr>
            <a:endParaRPr lang="de-DE" sz="24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3EA0B8B-6977-463F-9822-4C5D03CCB1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523" y="1656024"/>
            <a:ext cx="3644346" cy="2209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Pin von Lenyatiedemann auf Dylan | Minnie maus silhouette, Mickey maus  kopf, Minnie maus geburtstag">
            <a:extLst>
              <a:ext uri="{FF2B5EF4-FFF2-40B4-BE49-F238E27FC236}">
                <a16:creationId xmlns:a16="http://schemas.microsoft.com/office/drawing/2014/main" id="{6A6FFF81-A9AA-4A45-9575-C2D0874B4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306" y="4567054"/>
            <a:ext cx="841782" cy="70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08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Computer, drinnen, computer enthält.&#10;&#10;Automatisch generierte Beschreibung">
            <a:extLst>
              <a:ext uri="{FF2B5EF4-FFF2-40B4-BE49-F238E27FC236}">
                <a16:creationId xmlns:a16="http://schemas.microsoft.com/office/drawing/2014/main" id="{33B30A34-62C4-4B4E-A3B5-FF2D1C70B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52" y="99422"/>
            <a:ext cx="11838496" cy="665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4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CA064C7-6656-4AA6-839E-E61867CC7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70" y="153522"/>
            <a:ext cx="8480860" cy="655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4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Karte, Text, Strichzeichnung enthält.&#10;&#10;Automatisch generierte Beschreibung">
            <a:extLst>
              <a:ext uri="{FF2B5EF4-FFF2-40B4-BE49-F238E27FC236}">
                <a16:creationId xmlns:a16="http://schemas.microsoft.com/office/drawing/2014/main" id="{3A1DF391-5344-4B18-B8DF-A5821B54ED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0"/>
            <a:ext cx="3600000" cy="2880000"/>
          </a:xfrm>
          <a:prstGeom prst="rect">
            <a:avLst/>
          </a:prstGeom>
        </p:spPr>
      </p:pic>
      <p:pic>
        <p:nvPicPr>
          <p:cNvPr id="8" name="Grafik 7" descr="Ein Bild, das Karte, Strichzeichnung enthält.&#10;&#10;Automatisch generierte Beschreibung">
            <a:extLst>
              <a:ext uri="{FF2B5EF4-FFF2-40B4-BE49-F238E27FC236}">
                <a16:creationId xmlns:a16="http://schemas.microsoft.com/office/drawing/2014/main" id="{40E36230-98E8-489C-9A3E-EC10CAF5C1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"/>
            <a:ext cx="3600000" cy="2880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52B119C-915A-4D0C-B593-41C23D7872CC}"/>
              </a:ext>
            </a:extLst>
          </p:cNvPr>
          <p:cNvSpPr txBox="1"/>
          <p:nvPr/>
        </p:nvSpPr>
        <p:spPr>
          <a:xfrm>
            <a:off x="5305037" y="1039397"/>
            <a:ext cx="674296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800" dirty="0"/>
              <a:t>Freie Beweglichkeit</a:t>
            </a:r>
          </a:p>
          <a:p>
            <a:pPr marL="742950" lvl="1" indent="-285750">
              <a:buFontTx/>
              <a:buChar char="-"/>
            </a:pPr>
            <a:r>
              <a:rPr lang="de-DE" sz="2800" dirty="0"/>
              <a:t>Wasserstrahlantrieb, Querstrahlruder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Zentrale Anzucht in Station</a:t>
            </a:r>
          </a:p>
          <a:p>
            <a:pPr marL="742950" lvl="1" indent="-285750">
              <a:buFontTx/>
              <a:buChar char="-"/>
            </a:pPr>
            <a:r>
              <a:rPr lang="de-DE" sz="2800" dirty="0"/>
              <a:t>Transport der Setzlinge in Behälter an der Drohne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Greifarme zum Säen und Ernten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Energieversorgung: Akku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Fressfeinde durch Lichtimpulse abwehren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Erkrankte Algen werden für alternative Nutzung aussortiert</a:t>
            </a:r>
          </a:p>
        </p:txBody>
      </p:sp>
    </p:spTree>
    <p:extLst>
      <p:ext uri="{BB962C8B-B14F-4D97-AF65-F5344CB8AC3E}">
        <p14:creationId xmlns:p14="http://schemas.microsoft.com/office/powerpoint/2010/main" val="305895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Karte, Text, Strichzeichnung enthält.&#10;&#10;Automatisch generierte Beschreibung">
            <a:extLst>
              <a:ext uri="{FF2B5EF4-FFF2-40B4-BE49-F238E27FC236}">
                <a16:creationId xmlns:a16="http://schemas.microsoft.com/office/drawing/2014/main" id="{330FE219-CF22-4F69-8613-A7F70B4649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"/>
            <a:ext cx="3600000" cy="28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62FF85F-1C87-4C25-AA8B-FF85654543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0"/>
            <a:ext cx="3600000" cy="2880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2966B28-1CA2-4C4D-8DBD-AEA20BB48908}"/>
              </a:ext>
            </a:extLst>
          </p:cNvPr>
          <p:cNvSpPr txBox="1"/>
          <p:nvPr/>
        </p:nvSpPr>
        <p:spPr>
          <a:xfrm>
            <a:off x="5545394" y="1500570"/>
            <a:ext cx="61766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800" dirty="0"/>
              <a:t>Verfahren auf Schienensystem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Dezentrale Anzucht in Behälter an Drohne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Greifarme zum Säen und Ernten 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Energieversorgung: kabelgebunden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Fressfeinde akustisch vertreiben</a:t>
            </a:r>
          </a:p>
          <a:p>
            <a:pPr marL="285750" indent="-285750">
              <a:buFontTx/>
              <a:buChar char="-"/>
            </a:pPr>
            <a:r>
              <a:rPr lang="de-DE" sz="2800" dirty="0"/>
              <a:t>Kranke Algen für alternative Nutzung aussortieren</a:t>
            </a:r>
          </a:p>
        </p:txBody>
      </p:sp>
    </p:spTree>
    <p:extLst>
      <p:ext uri="{BB962C8B-B14F-4D97-AF65-F5344CB8AC3E}">
        <p14:creationId xmlns:p14="http://schemas.microsoft.com/office/powerpoint/2010/main" val="3408374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Karte, Strichzeichnung, Text enthält.&#10;&#10;Automatisch generierte Beschreibung">
            <a:extLst>
              <a:ext uri="{FF2B5EF4-FFF2-40B4-BE49-F238E27FC236}">
                <a16:creationId xmlns:a16="http://schemas.microsoft.com/office/drawing/2014/main" id="{E648115D-7E87-4F1B-BAC1-A08C8FE8BB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"/>
            <a:ext cx="3600000" cy="2880000"/>
          </a:xfrm>
          <a:prstGeom prst="rect">
            <a:avLst/>
          </a:prstGeom>
        </p:spPr>
      </p:pic>
      <p:pic>
        <p:nvPicPr>
          <p:cNvPr id="6" name="Grafik 5" descr="Ein Bild, das Karte, Text, Strichzeichnung enthält.&#10;&#10;Automatisch generierte Beschreibung">
            <a:extLst>
              <a:ext uri="{FF2B5EF4-FFF2-40B4-BE49-F238E27FC236}">
                <a16:creationId xmlns:a16="http://schemas.microsoft.com/office/drawing/2014/main" id="{1273501C-BA40-4D0F-A613-1D3E54735A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0"/>
            <a:ext cx="3600000" cy="2880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C0BC6B1-BA84-4FC2-80DD-C56996EAE4FB}"/>
              </a:ext>
            </a:extLst>
          </p:cNvPr>
          <p:cNvSpPr txBox="1"/>
          <p:nvPr/>
        </p:nvSpPr>
        <p:spPr>
          <a:xfrm>
            <a:off x="5807358" y="793176"/>
            <a:ext cx="55312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Freie Beweglichkeit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Wasserstrahlantrieb, Querstrahlruder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Setzlinge werden an der Leine angezüchtet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Festkleben an Leine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Saugvorrichtung zum Abtrennen der 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Transport zur Basisstation in Behälter an Drohne 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Energieversorgung: Akku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Fressfeinde durch Lichtimpuls abwehren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Erkrankte Algen abtrennen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Nicht einsaugen</a:t>
            </a:r>
          </a:p>
        </p:txBody>
      </p:sp>
    </p:spTree>
    <p:extLst>
      <p:ext uri="{BB962C8B-B14F-4D97-AF65-F5344CB8AC3E}">
        <p14:creationId xmlns:p14="http://schemas.microsoft.com/office/powerpoint/2010/main" val="2133279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A8D9346-8AF6-4658-98DB-3CFFCE568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86" y="237660"/>
            <a:ext cx="11352628" cy="638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99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32C2FAC-D90A-421C-B436-CBAC5A9C4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7" y="1448534"/>
            <a:ext cx="11965859" cy="396093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768427A-D629-4A96-8C89-9AFA64D01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29"/>
          <a:stretch/>
        </p:blipFill>
        <p:spPr>
          <a:xfrm>
            <a:off x="118644" y="1448534"/>
            <a:ext cx="9892236" cy="396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9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B29C48E-025E-4D82-950C-E30D345620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"/>
            <a:ext cx="3600000" cy="28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63544F9-D872-454B-BE58-A7EB3107E2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3600000"/>
            <a:ext cx="3600000" cy="2880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5AA740C-F36E-4CFD-A383-3E0036F53043}"/>
              </a:ext>
            </a:extLst>
          </p:cNvPr>
          <p:cNvSpPr txBox="1"/>
          <p:nvPr/>
        </p:nvSpPr>
        <p:spPr>
          <a:xfrm>
            <a:off x="5772644" y="982176"/>
            <a:ext cx="535071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Verfahren auf Schienensystem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Setzlinge an Leine im Wasser anzüchten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Saugvorrichtung zum Abtrennen der 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Energieversorgung: kabelgebunden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Fressfeinde akustisch vertreiben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Kranke Algen für alternative Nutzung aussortieren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Pflanzbedingungen mit Wasserqualitätssensor, Nährstoffsensor überprüfen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Kabelgebundene Kommunikation zur Basis</a:t>
            </a:r>
          </a:p>
        </p:txBody>
      </p:sp>
    </p:spTree>
    <p:extLst>
      <p:ext uri="{BB962C8B-B14F-4D97-AF65-F5344CB8AC3E}">
        <p14:creationId xmlns:p14="http://schemas.microsoft.com/office/powerpoint/2010/main" val="274802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A60A859-D77D-44CD-9D83-0138B84D410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4" y="150117"/>
            <a:ext cx="11711632" cy="6557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3697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3AE86BE-0405-4A48-86E2-A1AF67AC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756" y="112838"/>
            <a:ext cx="7734488" cy="663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39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Breitbild</PresentationFormat>
  <Paragraphs>58</Paragraphs>
  <Slides>17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Wer sind wir?</vt:lpstr>
      <vt:lpstr>PowerPoint-Präsentation</vt:lpstr>
      <vt:lpstr>Was machen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Schwarz, Leon Maximilian</cp:lastModifiedBy>
  <cp:revision>61</cp:revision>
  <dcterms:created xsi:type="dcterms:W3CDTF">2020-12-05T12:56:40Z</dcterms:created>
  <dcterms:modified xsi:type="dcterms:W3CDTF">2021-01-11T21:53:43Z</dcterms:modified>
</cp:coreProperties>
</file>