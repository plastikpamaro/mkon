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3"/>
  </p:notesMasterIdLst>
  <p:sldIdLst>
    <p:sldId id="256" r:id="rId2"/>
    <p:sldId id="259" r:id="rId3"/>
    <p:sldId id="265" r:id="rId4"/>
    <p:sldId id="260" r:id="rId5"/>
    <p:sldId id="271" r:id="rId6"/>
    <p:sldId id="262" r:id="rId7"/>
    <p:sldId id="267" r:id="rId8"/>
    <p:sldId id="261" r:id="rId9"/>
    <p:sldId id="273" r:id="rId10"/>
    <p:sldId id="268" r:id="rId11"/>
    <p:sldId id="270" r:id="rId12"/>
    <p:sldId id="275" r:id="rId13"/>
    <p:sldId id="276" r:id="rId14"/>
    <p:sldId id="274" r:id="rId15"/>
    <p:sldId id="279" r:id="rId16"/>
    <p:sldId id="282" r:id="rId17"/>
    <p:sldId id="278" r:id="rId18"/>
    <p:sldId id="280" r:id="rId19"/>
    <p:sldId id="277" r:id="rId20"/>
    <p:sldId id="281" r:id="rId21"/>
    <p:sldId id="27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3.e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3439856" y="548422"/>
            <a:ext cx="5312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2422779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2800" dirty="0"/>
          </a:p>
          <a:p>
            <a:r>
              <a:rPr lang="de-DE" sz="2800" dirty="0"/>
              <a:t>Unsere Kunden </a:t>
            </a:r>
          </a:p>
          <a:p>
            <a:r>
              <a:rPr lang="de-DE" sz="2400" dirty="0"/>
              <a:t>		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6638" y="2245178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9804" y="2371108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0055" y="2245178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63221" y="2235110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21C266-8DEA-404B-9F71-DD606857ED66}"/>
              </a:ext>
            </a:extLst>
          </p:cNvPr>
          <p:cNvSpPr txBox="1"/>
          <p:nvPr/>
        </p:nvSpPr>
        <p:spPr>
          <a:xfrm>
            <a:off x="2215873" y="4099015"/>
            <a:ext cx="87759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Unbekannt starke Skalierbarkeit für das Bewirtschaften von </a:t>
            </a:r>
          </a:p>
          <a:p>
            <a:r>
              <a:rPr lang="de-DE" sz="2800" dirty="0"/>
              <a:t>			Algenfarmen in offenen Gewässern</a:t>
            </a:r>
          </a:p>
          <a:p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BB08CBF-3EA7-4AF5-9D70-9456A7DAA43E}"/>
              </a:ext>
            </a:extLst>
          </p:cNvPr>
          <p:cNvSpPr txBox="1"/>
          <p:nvPr/>
        </p:nvSpPr>
        <p:spPr>
          <a:xfrm>
            <a:off x="1389419" y="4099015"/>
            <a:ext cx="760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USP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40697"/>
              </p:ext>
            </p:extLst>
          </p:nvPr>
        </p:nvGraphicFramePr>
        <p:xfrm>
          <a:off x="3212123" y="1572660"/>
          <a:ext cx="7580922" cy="4356384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098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65702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/>
              <a:t>Produktleistungsprofil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930BF53-ED89-4708-B4EA-B2F1F0E13D34}"/>
              </a:ext>
            </a:extLst>
          </p:cNvPr>
          <p:cNvCxnSpPr>
            <a:cxnSpLocks/>
          </p:cNvCxnSpPr>
          <p:nvPr/>
        </p:nvCxnSpPr>
        <p:spPr>
          <a:xfrm flipV="1">
            <a:off x="5522259" y="2068606"/>
            <a:ext cx="1806388" cy="4594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20249DD-C59E-42BF-B52C-078C46485CBD}"/>
              </a:ext>
            </a:extLst>
          </p:cNvPr>
          <p:cNvCxnSpPr>
            <a:cxnSpLocks/>
          </p:cNvCxnSpPr>
          <p:nvPr/>
        </p:nvCxnSpPr>
        <p:spPr>
          <a:xfrm>
            <a:off x="5522259" y="2725270"/>
            <a:ext cx="3715080" cy="5995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2A922A-02F9-49D5-8982-B524EB08F0AE}"/>
              </a:ext>
            </a:extLst>
          </p:cNvPr>
          <p:cNvCxnSpPr>
            <a:cxnSpLocks/>
          </p:cNvCxnSpPr>
          <p:nvPr/>
        </p:nvCxnSpPr>
        <p:spPr>
          <a:xfrm flipV="1">
            <a:off x="7386918" y="3562350"/>
            <a:ext cx="1850421" cy="48969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D10E1FC-CFAA-4C2E-BD55-B62860D31637}"/>
              </a:ext>
            </a:extLst>
          </p:cNvPr>
          <p:cNvCxnSpPr>
            <a:cxnSpLocks/>
          </p:cNvCxnSpPr>
          <p:nvPr/>
        </p:nvCxnSpPr>
        <p:spPr>
          <a:xfrm>
            <a:off x="7295387" y="4258237"/>
            <a:ext cx="0" cy="4213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CD27032-F2E7-46CC-A34A-0A6F90A4F31C}"/>
              </a:ext>
            </a:extLst>
          </p:cNvPr>
          <p:cNvCxnSpPr>
            <a:cxnSpLocks/>
          </p:cNvCxnSpPr>
          <p:nvPr/>
        </p:nvCxnSpPr>
        <p:spPr>
          <a:xfrm>
            <a:off x="7295387" y="4917142"/>
            <a:ext cx="1941952" cy="3681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Objekt 2">
            <a:extLst>
              <a:ext uri="{FF2B5EF4-FFF2-40B4-BE49-F238E27FC236}">
                <a16:creationId xmlns:a16="http://schemas.microsoft.com/office/drawing/2014/main" id="{78B8B28C-F391-4BAA-95C0-C07F070C35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1719658"/>
              </p:ext>
            </p:extLst>
          </p:nvPr>
        </p:nvGraphicFramePr>
        <p:xfrm>
          <a:off x="5650018" y="0"/>
          <a:ext cx="6613699" cy="84926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8" name="Acrobat Document" r:id="rId3" imgW="4533723" imgH="6415677" progId="AcroExch.Document.DC">
                  <p:embed/>
                </p:oleObj>
              </mc:Choice>
              <mc:Fallback>
                <p:oleObj name="Acrobat Document" r:id="rId3" imgW="4533723" imgH="6415677" progId="AcroExch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650018" y="0"/>
                        <a:ext cx="6613699" cy="84926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7688997-D297-4FB3-A44E-18FF72DFD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298" y="1464188"/>
            <a:ext cx="7983403" cy="481307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3343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- Analyse</a:t>
            </a:r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1B840C9-8DB1-4610-A075-0F508736EED5}"/>
              </a:ext>
            </a:extLst>
          </p:cNvPr>
          <p:cNvSpPr txBox="1"/>
          <p:nvPr/>
        </p:nvSpPr>
        <p:spPr>
          <a:xfrm>
            <a:off x="778165" y="1127999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Die wichtigsten Einflüsse: 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F4A3126-A246-4229-96C3-DE151E3A2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67" y="2106801"/>
            <a:ext cx="10939466" cy="35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69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C528B80-94F5-4FBA-8713-0C76A5C73DE8}"/>
              </a:ext>
            </a:extLst>
          </p:cNvPr>
          <p:cNvSpPr txBox="1"/>
          <p:nvPr/>
        </p:nvSpPr>
        <p:spPr>
          <a:xfrm>
            <a:off x="870531" y="1022511"/>
            <a:ext cx="6084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Überprüfung auf Konsistenz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6C5725-30B5-4556-A912-62EF76E9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86" y="2094687"/>
            <a:ext cx="10951028" cy="266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07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D13523C-C1F4-4BB6-8D95-183DA889E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218" y="522532"/>
            <a:ext cx="8723563" cy="581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29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691BE55-BF9B-45C3-8197-BB12E04BA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1028700"/>
            <a:ext cx="1106805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739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290</Words>
  <Application>Microsoft Office PowerPoint</Application>
  <PresentationFormat>Breitbild</PresentationFormat>
  <Paragraphs>93</Paragraphs>
  <Slides>21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Calibri</vt:lpstr>
      <vt:lpstr>Tw Cen MT</vt:lpstr>
      <vt:lpstr>Tw Cen MT Condensed</vt:lpstr>
      <vt:lpstr>Wingdings 3</vt:lpstr>
      <vt:lpstr>Integral</vt:lpstr>
      <vt:lpstr>Acrobat Document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35</cp:revision>
  <dcterms:created xsi:type="dcterms:W3CDTF">2020-11-02T11:25:11Z</dcterms:created>
  <dcterms:modified xsi:type="dcterms:W3CDTF">2020-11-09T14:15:08Z</dcterms:modified>
</cp:coreProperties>
</file>