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6"/>
  </p:notesMasterIdLst>
  <p:sldIdLst>
    <p:sldId id="256" r:id="rId2"/>
    <p:sldId id="259" r:id="rId3"/>
    <p:sldId id="265" r:id="rId4"/>
    <p:sldId id="282" r:id="rId5"/>
    <p:sldId id="283" r:id="rId6"/>
    <p:sldId id="285" r:id="rId7"/>
    <p:sldId id="284" r:id="rId8"/>
    <p:sldId id="287" r:id="rId9"/>
    <p:sldId id="272" r:id="rId10"/>
    <p:sldId id="286" r:id="rId11"/>
    <p:sldId id="275" r:id="rId12"/>
    <p:sldId id="276" r:id="rId13"/>
    <p:sldId id="274" r:id="rId14"/>
    <p:sldId id="27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4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284377E6-4EA8-4475-A4D2-EF3EDBF8C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889" y="95655"/>
            <a:ext cx="10540222" cy="666669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Nutzerorientierte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funktionsstruktur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A3D4D93-84C6-4CC0-8DF4-660C9C40A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954" y="859138"/>
            <a:ext cx="6615983" cy="496198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5CC6C71-9470-458C-B5F9-CF66DB320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1CC943F-D564-4934-8317-63388ADD76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73793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4803796-90B2-4875-835B-CE7D321C5928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83FC059-36E7-4129-8577-C885E4CF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57" y="2082842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44E6A4A-8455-43C7-A46C-4F3A480DA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075" y="2534464"/>
            <a:ext cx="3467100" cy="2819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A41CD5-48C2-42DC-9C74-019A4FE8DA4A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Objekt 2">
            <a:extLst>
              <a:ext uri="{FF2B5EF4-FFF2-40B4-BE49-F238E27FC236}">
                <a16:creationId xmlns:a16="http://schemas.microsoft.com/office/drawing/2014/main" id="{25504CA2-5BBA-48A2-83F5-9CF22072CE3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-23447" y="-902825"/>
          <a:ext cx="12663001" cy="101625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Acrobat Document" r:id="rId3" imgW="6415686" imgH="4533529" progId="AcroExch.Document.DC">
                  <p:embed/>
                </p:oleObj>
              </mc:Choice>
              <mc:Fallback>
                <p:oleObj name="Acrobat Document" r:id="rId3" imgW="6415686" imgH="4533529" progId="AcroExch.Document.DC">
                  <p:embed/>
                  <p:pic>
                    <p:nvPicPr>
                      <p:cNvPr id="3" name="Objekt 2">
                        <a:extLst>
                          <a:ext uri="{FF2B5EF4-FFF2-40B4-BE49-F238E27FC236}">
                            <a16:creationId xmlns:a16="http://schemas.microsoft.com/office/drawing/2014/main" id="{25504CA2-5BBA-48A2-83F5-9CF22072CE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-23447" y="-902825"/>
                        <a:ext cx="12663001" cy="1016257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44EBC54-9BC9-4E74-9B20-FFD9DDE22B16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9" name="Grafik 8" descr="Asien mit einfarbiger Füllung">
            <a:extLst>
              <a:ext uri="{FF2B5EF4-FFF2-40B4-BE49-F238E27FC236}">
                <a16:creationId xmlns:a16="http://schemas.microsoft.com/office/drawing/2014/main" id="{CFED7C80-8680-4ADE-AD9F-63B31E6841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10" name="Grafik 9" descr="Europa mit einfarbiger Füllung">
            <a:extLst>
              <a:ext uri="{FF2B5EF4-FFF2-40B4-BE49-F238E27FC236}">
                <a16:creationId xmlns:a16="http://schemas.microsoft.com/office/drawing/2014/main" id="{C615EA59-02AA-423E-8656-E5DDE0131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827852CF-D446-4B39-9BF2-A3C14EDC75A9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6601E80-7131-427E-A40F-EDE9F1138D9C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9C8E4E-8E8E-4AB9-8FC9-D3A3ED01FD3B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</Words>
  <Application>Microsoft Office PowerPoint</Application>
  <PresentationFormat>Breitbild</PresentationFormat>
  <Paragraphs>24</Paragraphs>
  <Slides>14</Slides>
  <Notes>0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Calibri</vt:lpstr>
      <vt:lpstr>Tw Cen MT</vt:lpstr>
      <vt:lpstr>Tw Cen MT Condensed</vt:lpstr>
      <vt:lpstr>Wingdings 3</vt:lpstr>
      <vt:lpstr>Integral</vt:lpstr>
      <vt:lpstr>Adobe Acrobat Document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Nutzerorientierte funktionsstruktur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Schwarz, Leon Maximilian</cp:lastModifiedBy>
  <cp:revision>5</cp:revision>
  <dcterms:created xsi:type="dcterms:W3CDTF">2020-12-05T12:56:40Z</dcterms:created>
  <dcterms:modified xsi:type="dcterms:W3CDTF">2020-12-05T14:12:06Z</dcterms:modified>
</cp:coreProperties>
</file>