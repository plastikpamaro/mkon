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DC900-3D83-4A6B-B8CE-236FEABC5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96C7B6-15AD-417A-84E7-8EE9B9151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2BF3AA-829A-43CC-B94D-4C37F194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F194F8-616F-4FFA-9CBD-FC00589B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4D16E1-CC8A-4872-9CD2-85207B07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54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34D4C-42C1-482F-845B-FEB5015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FA071A-DDFF-4875-90A5-620FF1596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358025-11B1-4C93-9B15-BA627FCF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078307-D697-4290-A311-F9C9A2CA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5839CC-88B9-4082-A4C7-38E55CCC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55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9D267-C33D-4B8E-B959-B5116097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2131B4-86D9-49D9-8775-1AB2DC55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F15F10-2633-4947-A19E-CACF910A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6EEA08-944F-402A-867E-429BBD98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45F9D-9014-4A14-8DF5-37A1984C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902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2AEC9-FA93-48F5-B5AB-583FF299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DE1919-939C-484A-9037-75A6B9142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4D7D53-E8C8-4FB9-B840-3DBF7F1EB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BDF4E9-2234-4CAC-99D8-B792E7B4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FB71E0-6A75-4B2B-8E2B-CB520F39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9D3789-2008-4E1B-AA97-910BCE7D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94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AC155-AC13-43B6-8C6F-641C2B22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879CDE-39AD-41B1-86B6-63611E39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A6D415-B819-4F8F-90A2-AC39B4F02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1151B15-4B94-43F7-866C-F15246BBF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3B8635-D447-4D5D-9066-45EF60A48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5136223-7D16-4393-88AB-9F7C863F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9FE524-ADAA-4EE8-9C62-4E69F710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8064BA2-B059-424D-B163-A2E868C1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32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B0D314-EC5A-44CF-B639-2BF9325D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762EAA-9046-45EB-9AE7-3C9D2B32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54D846-0090-4B09-B3D0-B808C7FFA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08F077-DD7A-4A9C-8638-9CFA0A72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6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CC4B964-F095-482E-8819-756E4763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8866D0-0745-4FEB-9B8B-9126957D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0BCF89-EF7F-4C25-879D-EDF20147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892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85E02-E35E-4FC4-BC68-24BC71CD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2AF135-D0A5-4205-94CD-579FB361C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2917C2-41B6-4B2B-9358-38471427B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BBEAA0-E571-4C03-A3C3-E72ABCD5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D2FE0B-94DD-44AC-916B-3BD881CA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16DC2C-3877-4C61-9A0B-A93EDCC4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52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9ACD9-ACEB-4D8A-A941-6EDB4A41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7D2743-F995-4924-8971-10A933E0B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419741-2207-40FB-9B7F-FABE152D4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E079A5-0F03-4718-ADF5-81173957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B402F3-A599-40EC-A7C7-25000293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1257D0-3EAD-4FED-87A2-F245A20F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614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A6954-A15E-4B83-8B4A-52C9BB0A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1052FC-4346-4516-8DD8-9AAF31679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40CEEA-79D3-438D-9419-ABA8B7D8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18519D-1C4C-4A1B-B41F-D5299A38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BD0785-35AE-44FF-B243-0330304B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39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B3DAA2-37EE-4C89-842C-1B4E0F796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0554D5-3114-4DC4-94D8-A4C5228E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3AAAB6-C0B4-4593-B4B6-EC8367F4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6D3D1-F270-402A-A855-C0113B31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6BF065-5842-413A-A6A2-AB9FFE68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78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436743-E0D3-48F7-87D0-35162EC9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481D38-78E4-45AA-8A7B-E96CC43F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1A773E-D963-4D6D-A47C-D642E4214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73851-BDB7-4AC7-9E57-818C1EB093A8}" type="datetimeFigureOut">
              <a:rPr lang="de-DE" smtClean="0"/>
              <a:t>05.12.2020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1FD876-BAE0-4C90-87C0-F37DE6F4A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1857E4-A307-4C67-963A-BF2983DF7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47DAE-BD02-4F30-9765-1EB1162AE5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731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826E1C-9FFB-4AC6-98DF-D8A9DA3F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Footprint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80AB815B-766A-490B-B6E9-448C5CCA37A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019" y="1825625"/>
            <a:ext cx="7655962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13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System Footprint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Pascal Roschkowski</dc:creator>
  <cp:lastModifiedBy>Pascal Roschkowski</cp:lastModifiedBy>
  <cp:revision>2</cp:revision>
  <dcterms:created xsi:type="dcterms:W3CDTF">2020-12-05T14:08:59Z</dcterms:created>
  <dcterms:modified xsi:type="dcterms:W3CDTF">2020-12-05T14:10:42Z</dcterms:modified>
</cp:coreProperties>
</file>