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6"/>
  </p:notesMasterIdLst>
  <p:sldIdLst>
    <p:sldId id="256" r:id="rId2"/>
    <p:sldId id="259" r:id="rId3"/>
    <p:sldId id="265" r:id="rId4"/>
    <p:sldId id="282" r:id="rId5"/>
    <p:sldId id="283" r:id="rId6"/>
    <p:sldId id="285" r:id="rId7"/>
    <p:sldId id="284" r:id="rId8"/>
    <p:sldId id="287" r:id="rId9"/>
    <p:sldId id="272" r:id="rId10"/>
    <p:sldId id="286" r:id="rId11"/>
    <p:sldId id="275" r:id="rId12"/>
    <p:sldId id="276" r:id="rId13"/>
    <p:sldId id="274" r:id="rId14"/>
    <p:sldId id="27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60A6"/>
    <a:srgbClr val="2E2B21"/>
    <a:srgbClr val="C17F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5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3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4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microsoft.com/office/2007/relationships/hdphoto" Target="../media/hdphoto3.wdp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microsoft.com/office/2007/relationships/hdphoto" Target="../media/hdphoto4.wdp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4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Wer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sind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738241" y="4125980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Roschkowski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721119" y="4172146"/>
            <a:ext cx="477861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r>
              <a:rPr lang="de-DE" sz="2400" dirty="0"/>
              <a:t>geschätzter 	Firmenwert: 200.000€</a:t>
            </a:r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738241" y="3756647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machen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9732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1892605" y="2767280"/>
            <a:ext cx="8406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Unterwassserdrohne zur automatisierten </a:t>
            </a:r>
          </a:p>
          <a:p>
            <a:r>
              <a:rPr lang="de-DE" sz="4000" dirty="0"/>
              <a:t>Ernte und Aussaat von Algen </a:t>
            </a:r>
          </a:p>
        </p:txBody>
      </p:sp>
    </p:spTree>
    <p:extLst>
      <p:ext uri="{BB962C8B-B14F-4D97-AF65-F5344CB8AC3E}">
        <p14:creationId xmlns:p14="http://schemas.microsoft.com/office/powerpoint/2010/main" val="1250050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1228F920-75D3-40D0-BE01-78D1BBBD5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651" y="85725"/>
            <a:ext cx="8900697" cy="668655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463CC021-7A2D-44F0-9E62-2470031076D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69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725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943377C-E668-459C-B85A-35BCC84F47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000" y="98275"/>
            <a:ext cx="10511999" cy="666145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2FF6F9A-88B1-4470-B36F-B6F5FD84D4D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4892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792FD7F-141E-4729-BEEE-F077ED0C95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559" y="241084"/>
            <a:ext cx="11850882" cy="637583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864C132-7CD7-4ECF-872F-541AA36CBF2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050" y="0"/>
            <a:ext cx="12153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05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Nutzerorientierte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funktionsstruktur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705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908436" y="8591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19" name="Rectangle 4">
            <a:extLst>
              <a:ext uri="{FF2B5EF4-FFF2-40B4-BE49-F238E27FC236}">
                <a16:creationId xmlns:a16="http://schemas.microsoft.com/office/drawing/2014/main" id="{684E42DA-56F2-4FDE-9B8B-ACCE96074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207" y="283224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A3D4D93-84C6-4CC0-8DF4-660C9C40A9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954" y="859138"/>
            <a:ext cx="6615983" cy="496198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5CC6C71-9470-458C-B5F9-CF66DB320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7" y="1131298"/>
            <a:ext cx="3181350" cy="9525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71CC943F-D564-4934-8317-63388ADD76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32857" y="2737930"/>
            <a:ext cx="3488671" cy="333375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33980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F19C88A-07F7-4F3D-B848-47DCC38A9975}"/>
              </a:ext>
            </a:extLst>
          </p:cNvPr>
          <p:cNvSpPr txBox="1"/>
          <p:nvPr/>
        </p:nvSpPr>
        <p:spPr>
          <a:xfrm>
            <a:off x="8054623" y="860931"/>
            <a:ext cx="22740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 err="1"/>
              <a:t>Flügeltang</a:t>
            </a:r>
            <a:endParaRPr lang="de-DE" sz="3600" dirty="0"/>
          </a:p>
          <a:p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Alaria</a:t>
            </a:r>
            <a:r>
              <a:rPr lang="de-DE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esculenta</a:t>
            </a:r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de-DE" sz="36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4803796-90B2-4875-835B-CE7D321C5928}"/>
              </a:ext>
            </a:extLst>
          </p:cNvPr>
          <p:cNvSpPr txBox="1"/>
          <p:nvPr/>
        </p:nvSpPr>
        <p:spPr>
          <a:xfrm>
            <a:off x="1297902" y="795528"/>
            <a:ext cx="30516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 err="1"/>
              <a:t>Zuckertang</a:t>
            </a:r>
            <a:endParaRPr lang="de-DE" sz="3600" dirty="0"/>
          </a:p>
          <a:p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Saccharina</a:t>
            </a:r>
            <a:r>
              <a:rPr lang="de-DE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latissima</a:t>
            </a:r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endParaRPr lang="de-DE" sz="3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83FC059-36E7-4129-8577-C885E4CF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57" y="2082842"/>
            <a:ext cx="3376612" cy="37226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244E6A4A-8455-43C7-A46C-4F3A480DA4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8075" y="2534464"/>
            <a:ext cx="3467100" cy="28194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F7A41CD5-48C2-42DC-9C74-019A4FE8DA4A}"/>
              </a:ext>
            </a:extLst>
          </p:cNvPr>
          <p:cNvCxnSpPr>
            <a:cxnSpLocks/>
          </p:cNvCxnSpPr>
          <p:nvPr/>
        </p:nvCxnSpPr>
        <p:spPr>
          <a:xfrm>
            <a:off x="5783956" y="1164860"/>
            <a:ext cx="0" cy="47201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2160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graphicFrame>
        <p:nvGraphicFramePr>
          <p:cNvPr id="3" name="Objekt 2">
            <a:extLst>
              <a:ext uri="{FF2B5EF4-FFF2-40B4-BE49-F238E27FC236}">
                <a16:creationId xmlns:a16="http://schemas.microsoft.com/office/drawing/2014/main" id="{25504CA2-5BBA-48A2-83F5-9CF22072CE3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-23447" y="-902825"/>
          <a:ext cx="12663001" cy="1016257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Acrobat Document" r:id="rId3" imgW="6415686" imgH="4533529" progId="AcroExch.Document.DC">
                  <p:embed/>
                </p:oleObj>
              </mc:Choice>
              <mc:Fallback>
                <p:oleObj name="Acrobat Document" r:id="rId3" imgW="6415686" imgH="4533529" progId="AcroExch.Document.DC">
                  <p:embed/>
                  <p:pic>
                    <p:nvPicPr>
                      <p:cNvPr id="3" name="Objekt 2">
                        <a:extLst>
                          <a:ext uri="{FF2B5EF4-FFF2-40B4-BE49-F238E27FC236}">
                            <a16:creationId xmlns:a16="http://schemas.microsoft.com/office/drawing/2014/main" id="{25504CA2-5BBA-48A2-83F5-9CF22072CE3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-23447" y="-902825"/>
                        <a:ext cx="12663001" cy="1016257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16916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44EBC54-9BC9-4E74-9B20-FFD9DDE22B16}"/>
              </a:ext>
            </a:extLst>
          </p:cNvPr>
          <p:cNvSpPr txBox="1"/>
          <p:nvPr/>
        </p:nvSpPr>
        <p:spPr>
          <a:xfrm>
            <a:off x="908436" y="8591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9" name="Grafik 8" descr="Asien mit einfarbiger Füllung">
            <a:extLst>
              <a:ext uri="{FF2B5EF4-FFF2-40B4-BE49-F238E27FC236}">
                <a16:creationId xmlns:a16="http://schemas.microsoft.com/office/drawing/2014/main" id="{CFED7C80-8680-4ADE-AD9F-63B31E6841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3771" y="2053242"/>
            <a:ext cx="3030632" cy="3030632"/>
          </a:xfrm>
          <a:prstGeom prst="rect">
            <a:avLst/>
          </a:prstGeom>
        </p:spPr>
      </p:pic>
      <p:pic>
        <p:nvPicPr>
          <p:cNvPr id="10" name="Grafik 9" descr="Europa mit einfarbiger Füllung">
            <a:extLst>
              <a:ext uri="{FF2B5EF4-FFF2-40B4-BE49-F238E27FC236}">
                <a16:creationId xmlns:a16="http://schemas.microsoft.com/office/drawing/2014/main" id="{C615EA59-02AA-423E-8656-E5DDE01312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6484" y="2121022"/>
            <a:ext cx="2430516" cy="2430516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827852CF-D446-4B39-9BF2-A3C14EDC75A9}"/>
              </a:ext>
            </a:extLst>
          </p:cNvPr>
          <p:cNvSpPr txBox="1"/>
          <p:nvPr/>
        </p:nvSpPr>
        <p:spPr>
          <a:xfrm>
            <a:off x="1807597" y="4545265"/>
            <a:ext cx="187385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Europa </a:t>
            </a:r>
          </a:p>
          <a:p>
            <a:endParaRPr lang="de-DE" sz="28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6601E80-7131-427E-A40F-EDE9F1138D9C}"/>
              </a:ext>
            </a:extLst>
          </p:cNvPr>
          <p:cNvSpPr txBox="1"/>
          <p:nvPr/>
        </p:nvSpPr>
        <p:spPr>
          <a:xfrm>
            <a:off x="5923722" y="4545265"/>
            <a:ext cx="541483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Asien (insbesondere China) </a:t>
            </a:r>
          </a:p>
          <a:p>
            <a:endParaRPr lang="de-DE" sz="28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E9C8E4E-8E8E-4AB9-8FC9-D3A3ED01FD3B}"/>
              </a:ext>
            </a:extLst>
          </p:cNvPr>
          <p:cNvSpPr txBox="1"/>
          <p:nvPr/>
        </p:nvSpPr>
        <p:spPr>
          <a:xfrm>
            <a:off x="988315" y="654304"/>
            <a:ext cx="62517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Zukünftige Kunden: </a:t>
            </a:r>
          </a:p>
          <a:p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229557678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</Words>
  <Application>Microsoft Office PowerPoint</Application>
  <PresentationFormat>Breitbild</PresentationFormat>
  <Paragraphs>24</Paragraphs>
  <Slides>14</Slides>
  <Notes>0</Notes>
  <HiddenSlides>1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20" baseType="lpstr">
      <vt:lpstr>Calibri</vt:lpstr>
      <vt:lpstr>Tw Cen MT</vt:lpstr>
      <vt:lpstr>Tw Cen MT Condensed</vt:lpstr>
      <vt:lpstr>Wingdings 3</vt:lpstr>
      <vt:lpstr>Integral</vt:lpstr>
      <vt:lpstr>Acrobat Document</vt:lpstr>
      <vt:lpstr>PowerPoint-Präsentation</vt:lpstr>
      <vt:lpstr>Wer sind wir?</vt:lpstr>
      <vt:lpstr>PowerPoint-Präsentation</vt:lpstr>
      <vt:lpstr>Was machen wir?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Nutzerorientierte funktionsstruktur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Otto, Philipp Julian</cp:lastModifiedBy>
  <cp:revision>6</cp:revision>
  <dcterms:created xsi:type="dcterms:W3CDTF">2020-12-05T12:56:40Z</dcterms:created>
  <dcterms:modified xsi:type="dcterms:W3CDTF">2020-12-05T15:08:12Z</dcterms:modified>
</cp:coreProperties>
</file>