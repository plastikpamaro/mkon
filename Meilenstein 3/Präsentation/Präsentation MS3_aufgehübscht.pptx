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3"/>
  </p:notesMasterIdLst>
  <p:sldIdLst>
    <p:sldId id="256" r:id="rId2"/>
    <p:sldId id="259" r:id="rId3"/>
    <p:sldId id="265" r:id="rId4"/>
    <p:sldId id="282" r:id="rId5"/>
    <p:sldId id="283" r:id="rId6"/>
    <p:sldId id="305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293" r:id="rId17"/>
    <p:sldId id="303" r:id="rId18"/>
    <p:sldId id="304" r:id="rId19"/>
    <p:sldId id="272" r:id="rId20"/>
    <p:sldId id="286" r:id="rId21"/>
    <p:sldId id="29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78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44" y="5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5" Type="http://schemas.microsoft.com/office/2007/relationships/hdphoto" Target="../media/hdphoto5.wdp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5" Type="http://schemas.microsoft.com/office/2007/relationships/hdphoto" Target="../media/hdphoto8.wdp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892605" y="1707086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D19185-0241-4D80-894A-F848A8A1464E}"/>
              </a:ext>
            </a:extLst>
          </p:cNvPr>
          <p:cNvSpPr txBox="1"/>
          <p:nvPr/>
        </p:nvSpPr>
        <p:spPr>
          <a:xfrm>
            <a:off x="2141466" y="1014689"/>
            <a:ext cx="12907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Ziele: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FCBFAAE-33F5-443E-9E97-2628741C452D}"/>
              </a:ext>
            </a:extLst>
          </p:cNvPr>
          <p:cNvSpPr txBox="1"/>
          <p:nvPr/>
        </p:nvSpPr>
        <p:spPr>
          <a:xfrm>
            <a:off x="1067783" y="979293"/>
            <a:ext cx="39716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/>
              <a:t>Unsere Arbeitsweise:</a:t>
            </a:r>
            <a:endParaRPr lang="de-DE" sz="36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FF894DE-B68D-441D-8B30-4C16CF759254}"/>
              </a:ext>
            </a:extLst>
          </p:cNvPr>
          <p:cNvSpPr txBox="1"/>
          <p:nvPr/>
        </p:nvSpPr>
        <p:spPr>
          <a:xfrm>
            <a:off x="1374550" y="2182761"/>
            <a:ext cx="50636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/>
              <a:t>Asynchrones Arbeiten</a:t>
            </a:r>
          </a:p>
          <a:p>
            <a:pPr marL="742950" lvl="1" indent="-285750">
              <a:buFontTx/>
              <a:buChar char="-"/>
            </a:pPr>
            <a:r>
              <a:rPr lang="de-DE" sz="2400"/>
              <a:t>Zusätzlicher Input in den Meetings</a:t>
            </a:r>
          </a:p>
          <a:p>
            <a:pPr marL="742950" lvl="1" indent="-285750">
              <a:buFontTx/>
              <a:buChar char="-"/>
            </a:pPr>
            <a:endParaRPr lang="de-DE" sz="2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21BA9F6-153D-4241-8451-4FE28C529C03}"/>
              </a:ext>
            </a:extLst>
          </p:cNvPr>
          <p:cNvSpPr txBox="1"/>
          <p:nvPr/>
        </p:nvSpPr>
        <p:spPr>
          <a:xfrm>
            <a:off x="1374550" y="2931896"/>
            <a:ext cx="507081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/>
              <a:t>Klare Umgangsregeln:</a:t>
            </a:r>
          </a:p>
          <a:p>
            <a:pPr marL="742950" lvl="1" indent="-285750">
              <a:buFontTx/>
              <a:buChar char="-"/>
            </a:pPr>
            <a:r>
              <a:rPr lang="de-DE" sz="2400"/>
              <a:t>Verzicht auf „Killerphrasen“</a:t>
            </a:r>
          </a:p>
          <a:p>
            <a:pPr marL="285750" indent="-285750">
              <a:buFontTx/>
              <a:buChar char="-"/>
            </a:pPr>
            <a:r>
              <a:rPr lang="de-DE" sz="2400"/>
              <a:t>Brainstorming mit Hilfe von Mindmaps</a:t>
            </a:r>
          </a:p>
          <a:p>
            <a:pPr marL="285750" indent="-285750">
              <a:buFontTx/>
              <a:buChar char="-"/>
            </a:pPr>
            <a:r>
              <a:rPr lang="de-DE" sz="2400"/>
              <a:t>Walt-Disney-Methode</a:t>
            </a:r>
          </a:p>
          <a:p>
            <a:pPr marL="285750" indent="-285750">
              <a:buFontTx/>
              <a:buChar char="-"/>
            </a:pPr>
            <a:endParaRPr lang="de-DE" sz="24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3EA0B8B-6977-463F-9822-4C5D03CCB1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523" y="1656024"/>
            <a:ext cx="3644346" cy="2209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Pin von Lenyatiedemann auf Dylan | Minnie maus silhouette, Mickey maus  kopf, Minnie maus geburtstag">
            <a:extLst>
              <a:ext uri="{FF2B5EF4-FFF2-40B4-BE49-F238E27FC236}">
                <a16:creationId xmlns:a16="http://schemas.microsoft.com/office/drawing/2014/main" id="{6A6FFF81-A9AA-4A45-9575-C2D0874B4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1306" y="4567054"/>
            <a:ext cx="841782" cy="70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4088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ABC1C011-B6CD-4804-BC99-2FB21EA1A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2770" y="113621"/>
            <a:ext cx="7666460" cy="6630757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F60D316-0752-4063-84C9-CD60BA5993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97" y="-41295"/>
            <a:ext cx="12175606" cy="689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64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6D020B3-4EA6-45D5-8E2C-7738889199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797" y="117606"/>
            <a:ext cx="7594405" cy="662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60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CA064C7-6656-4AA6-839E-E61867C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70" y="153522"/>
            <a:ext cx="8480860" cy="6550955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FA769FA-2ECF-4005-A7F4-D9A1D0B580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270"/>
            <a:ext cx="12192000" cy="6845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942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Karte, Text, Strichzeichnung enthält.&#10;&#10;Automatisch generierte Beschreibung">
            <a:extLst>
              <a:ext uri="{FF2B5EF4-FFF2-40B4-BE49-F238E27FC236}">
                <a16:creationId xmlns:a16="http://schemas.microsoft.com/office/drawing/2014/main" id="{3A1DF391-5344-4B18-B8DF-A5821B54EDF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0"/>
            <a:ext cx="3600000" cy="2880000"/>
          </a:xfrm>
          <a:prstGeom prst="rect">
            <a:avLst/>
          </a:prstGeom>
        </p:spPr>
      </p:pic>
      <p:pic>
        <p:nvPicPr>
          <p:cNvPr id="8" name="Grafik 7" descr="Ein Bild, das Karte, Strichzeichnung enthält.&#10;&#10;Automatisch generierte Beschreibung">
            <a:extLst>
              <a:ext uri="{FF2B5EF4-FFF2-40B4-BE49-F238E27FC236}">
                <a16:creationId xmlns:a16="http://schemas.microsoft.com/office/drawing/2014/main" id="{40E36230-98E8-489C-9A3E-EC10CAF5C1A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"/>
            <a:ext cx="3600000" cy="2880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4374639-D400-41F1-AEE9-C223C19644F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959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Karte, Text, Strichzeichnung enthält.&#10;&#10;Automatisch generierte Beschreibung">
            <a:extLst>
              <a:ext uri="{FF2B5EF4-FFF2-40B4-BE49-F238E27FC236}">
                <a16:creationId xmlns:a16="http://schemas.microsoft.com/office/drawing/2014/main" id="{330FE219-CF22-4F69-8613-A7F70B46492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"/>
            <a:ext cx="3600000" cy="2880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62FF85F-1C87-4C25-AA8B-FF85654543D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0"/>
            <a:ext cx="3600000" cy="2880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906151F-FD57-4F86-9F27-D634907C00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3" y="-47194"/>
            <a:ext cx="12183414" cy="690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37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Karte, Strichzeichnung, Text enthält.&#10;&#10;Automatisch generierte Beschreibung">
            <a:extLst>
              <a:ext uri="{FF2B5EF4-FFF2-40B4-BE49-F238E27FC236}">
                <a16:creationId xmlns:a16="http://schemas.microsoft.com/office/drawing/2014/main" id="{E648115D-7E87-4F1B-BAC1-A08C8FE8BB5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"/>
            <a:ext cx="3600000" cy="2880000"/>
          </a:xfrm>
          <a:prstGeom prst="rect">
            <a:avLst/>
          </a:prstGeom>
        </p:spPr>
      </p:pic>
      <p:pic>
        <p:nvPicPr>
          <p:cNvPr id="6" name="Grafik 5" descr="Ein Bild, das Karte, Text, Strichzeichnung enthält.&#10;&#10;Automatisch generierte Beschreibung">
            <a:extLst>
              <a:ext uri="{FF2B5EF4-FFF2-40B4-BE49-F238E27FC236}">
                <a16:creationId xmlns:a16="http://schemas.microsoft.com/office/drawing/2014/main" id="{1273501C-BA40-4D0F-A613-1D3E54735A0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0"/>
            <a:ext cx="3600000" cy="2880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FA334489-8643-413E-852E-F7140569D1E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3" y="0"/>
            <a:ext cx="12186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7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6A8D9346-8AF6-4658-98DB-3CFFCE568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86" y="237660"/>
            <a:ext cx="11352628" cy="638267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C33CE64-8AC9-46D2-B785-9D90E52BB5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60"/>
            <a:ext cx="12192000" cy="685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9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32C2FAC-D90A-421C-B436-CBAC5A9C4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97" y="1448534"/>
            <a:ext cx="11965859" cy="396093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768427A-D629-4A96-8C89-9AFA64D01A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329"/>
          <a:stretch/>
        </p:blipFill>
        <p:spPr>
          <a:xfrm>
            <a:off x="118644" y="1448534"/>
            <a:ext cx="9892236" cy="3960932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105AB03-2702-4E6A-8062-A61B465D140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" y="0"/>
            <a:ext cx="121906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93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B29C48E-025E-4D82-950C-E30D345620F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"/>
            <a:ext cx="3600000" cy="2880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3544F9-D872-454B-BE58-A7EB3107E24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3600000"/>
            <a:ext cx="3600000" cy="2880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E098469-6585-49CC-A472-5631FA8032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4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028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006F156-2CCE-4E77-BE8F-20899BF39273}"/>
              </a:ext>
            </a:extLst>
          </p:cNvPr>
          <p:cNvSpPr txBox="1"/>
          <p:nvPr/>
        </p:nvSpPr>
        <p:spPr>
          <a:xfrm>
            <a:off x="3209249" y="2365641"/>
            <a:ext cx="218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Ausführlich</a:t>
            </a:r>
          </a:p>
        </p:txBody>
      </p:sp>
    </p:spTree>
    <p:extLst>
      <p:ext uri="{BB962C8B-B14F-4D97-AF65-F5344CB8AC3E}">
        <p14:creationId xmlns:p14="http://schemas.microsoft.com/office/powerpoint/2010/main" val="3045893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A60A859-D77D-44CD-9D83-0138B84D410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84" y="150117"/>
            <a:ext cx="11711632" cy="6557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C2C5474-8A91-4B87-8E8B-5019B9650E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3" y="0"/>
            <a:ext cx="12186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97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isch enthält.&#10;&#10;Automatisch generierte Beschreibung">
            <a:extLst>
              <a:ext uri="{FF2B5EF4-FFF2-40B4-BE49-F238E27FC236}">
                <a16:creationId xmlns:a16="http://schemas.microsoft.com/office/drawing/2014/main" id="{23AE86BE-0405-4A48-86E2-A1AF67AC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756" y="112838"/>
            <a:ext cx="7734488" cy="663232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A703D21-AEBA-4001-A1D2-271961FE22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839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7356" y="643467"/>
            <a:ext cx="6480786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Morphologischer kasten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</Words>
  <Application>Microsoft Office PowerPoint</Application>
  <PresentationFormat>Breitbild</PresentationFormat>
  <Paragraphs>28</Paragraphs>
  <Slides>21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Arial</vt:lpstr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Morphologischer kasten 2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50</cp:revision>
  <dcterms:created xsi:type="dcterms:W3CDTF">2020-12-05T12:56:40Z</dcterms:created>
  <dcterms:modified xsi:type="dcterms:W3CDTF">2021-01-04T19:26:42Z</dcterms:modified>
</cp:coreProperties>
</file>